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75" r:id="rId4"/>
    <p:sldId id="276" r:id="rId5"/>
    <p:sldId id="278" r:id="rId6"/>
    <p:sldId id="277" r:id="rId7"/>
    <p:sldId id="280" r:id="rId8"/>
    <p:sldId id="281" r:id="rId9"/>
    <p:sldId id="282" r:id="rId10"/>
    <p:sldId id="279" r:id="rId11"/>
    <p:sldId id="273" r:id="rId12"/>
    <p:sldId id="28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4"/>
    <p:restoredTop sz="96838" autoAdjust="0"/>
  </p:normalViewPr>
  <p:slideViewPr>
    <p:cSldViewPr snapToGrid="0" snapToObjects="1">
      <p:cViewPr varScale="1">
        <p:scale>
          <a:sx n="145" d="100"/>
          <a:sy n="145" d="100"/>
        </p:scale>
        <p:origin x="2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1D1C5E-0B2C-D746-8C0F-249FC327FCE8}" type="doc">
      <dgm:prSet loTypeId="urn:microsoft.com/office/officeart/2008/layout/VerticalCurvedList" loCatId="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E712E01-55AA-B947-AE7D-7141B98B2053}">
      <dgm:prSet phldrT="[Text]"/>
      <dgm:spPr>
        <a:solidFill>
          <a:schemeClr val="accent1"/>
        </a:solidFill>
        <a:effectLst/>
      </dgm:spPr>
      <dgm:t>
        <a:bodyPr/>
        <a:lstStyle/>
        <a:p>
          <a:r>
            <a:rPr lang="en-US" dirty="0" smtClean="0"/>
            <a:t>RTOS ability to schedule tasks on the basis of external events, which are signaled to the computer by interrupts</a:t>
          </a:r>
          <a:endParaRPr lang="en-US" dirty="0"/>
        </a:p>
      </dgm:t>
    </dgm:pt>
    <dgm:pt modelId="{70FACBE7-EA2F-4E42-B454-3601936DC4E3}" type="parTrans" cxnId="{856DE1CC-CACD-F64F-9444-95B7DA13BB14}">
      <dgm:prSet/>
      <dgm:spPr/>
      <dgm:t>
        <a:bodyPr/>
        <a:lstStyle/>
        <a:p>
          <a:endParaRPr lang="en-US"/>
        </a:p>
      </dgm:t>
    </dgm:pt>
    <dgm:pt modelId="{07464BFF-CF41-AC40-B1FD-18BB80E3F6D5}" type="sibTrans" cxnId="{856DE1CC-CACD-F64F-9444-95B7DA13BB14}">
      <dgm:prSet/>
      <dgm:spPr/>
      <dgm:t>
        <a:bodyPr/>
        <a:lstStyle/>
        <a:p>
          <a:endParaRPr lang="en-US"/>
        </a:p>
      </dgm:t>
    </dgm:pt>
    <dgm:pt modelId="{C739000E-3FEE-A442-AC42-DA15A40DD27B}">
      <dgm:prSet phldrT="[Text]"/>
      <dgm:spPr>
        <a:solidFill>
          <a:srgbClr val="00B050"/>
        </a:solidFill>
        <a:effectLst/>
      </dgm:spPr>
      <dgm:t>
        <a:bodyPr/>
        <a:lstStyle/>
        <a:p>
          <a:r>
            <a:rPr lang="en-US" dirty="0" smtClean="0"/>
            <a:t>RTOS is that their command interpreters are usually rather simple and they do not include many utility programs</a:t>
          </a:r>
          <a:endParaRPr lang="en-US" dirty="0"/>
        </a:p>
      </dgm:t>
    </dgm:pt>
    <dgm:pt modelId="{500D602B-2BC6-104D-A0B7-51A11D8E1BD0}" type="parTrans" cxnId="{A4C1FA6A-630B-D645-B0A1-313A4B2EA0C6}">
      <dgm:prSet/>
      <dgm:spPr/>
      <dgm:t>
        <a:bodyPr/>
        <a:lstStyle/>
        <a:p>
          <a:endParaRPr lang="en-US"/>
        </a:p>
      </dgm:t>
    </dgm:pt>
    <dgm:pt modelId="{2F11CDD3-BAD9-504F-A17A-43D551258AF7}" type="sibTrans" cxnId="{A4C1FA6A-630B-D645-B0A1-313A4B2EA0C6}">
      <dgm:prSet/>
      <dgm:spPr/>
      <dgm:t>
        <a:bodyPr/>
        <a:lstStyle/>
        <a:p>
          <a:endParaRPr lang="en-US"/>
        </a:p>
      </dgm:t>
    </dgm:pt>
    <dgm:pt modelId="{857A6000-414E-9049-8258-B3B515F4A907}">
      <dgm:prSet phldrT="[Text]"/>
      <dgm:spPr>
        <a:solidFill>
          <a:srgbClr val="7030A0"/>
        </a:solidFill>
        <a:effectLst/>
      </dgm:spPr>
      <dgm:t>
        <a:bodyPr/>
        <a:lstStyle/>
        <a:p>
          <a:pPr rtl="0"/>
          <a:r>
            <a:rPr lang="en-US" dirty="0" smtClean="0"/>
            <a:t>RTOS Deterministic timing behavior in RTOS using mathematical formulas used to provide the service time must strictly algebraic &amp; not include random timing components to avoid delay &amp; miss deadlines.</a:t>
          </a:r>
          <a:endParaRPr lang="en-US" dirty="0"/>
        </a:p>
      </dgm:t>
    </dgm:pt>
    <dgm:pt modelId="{5DA49441-A4AB-8E41-B64F-C700E217DC5A}" type="parTrans" cxnId="{93A969E3-1404-AD4F-B63C-C8C52F675D7E}">
      <dgm:prSet/>
      <dgm:spPr/>
      <dgm:t>
        <a:bodyPr/>
        <a:lstStyle/>
        <a:p>
          <a:endParaRPr lang="en-US"/>
        </a:p>
      </dgm:t>
    </dgm:pt>
    <dgm:pt modelId="{4241F3DA-9338-614A-8B03-A61FF2CB3EE9}" type="sibTrans" cxnId="{93A969E3-1404-AD4F-B63C-C8C52F675D7E}">
      <dgm:prSet/>
      <dgm:spPr/>
      <dgm:t>
        <a:bodyPr/>
        <a:lstStyle/>
        <a:p>
          <a:endParaRPr lang="en-US"/>
        </a:p>
      </dgm:t>
    </dgm:pt>
    <dgm:pt modelId="{4417247A-5BAB-624E-A4BC-531857A11451}">
      <dgm:prSet/>
      <dgm:spPr>
        <a:solidFill>
          <a:schemeClr val="accent2">
            <a:lumMod val="60000"/>
            <a:lumOff val="40000"/>
          </a:schemeClr>
        </a:solidFill>
        <a:effectLst/>
      </dgm:spPr>
      <dgm:t>
        <a:bodyPr/>
        <a:lstStyle/>
        <a:p>
          <a:pPr rtl="0"/>
          <a:r>
            <a:rPr lang="en-US" dirty="0" smtClean="0"/>
            <a:t>The goal of RTOS is usually to serve the system it controls rather than human users </a:t>
          </a:r>
          <a:endParaRPr lang="en-US" dirty="0"/>
        </a:p>
      </dgm:t>
    </dgm:pt>
    <dgm:pt modelId="{16A84D3D-A8C5-4D47-AF8B-ECE4DCB88F33}" type="parTrans" cxnId="{2691E454-13D7-EB45-B905-184863C27632}">
      <dgm:prSet/>
      <dgm:spPr/>
    </dgm:pt>
    <dgm:pt modelId="{6E97BD1D-DECA-5F40-8AB2-0366FAF9A8D3}" type="sibTrans" cxnId="{2691E454-13D7-EB45-B905-184863C27632}">
      <dgm:prSet/>
      <dgm:spPr/>
    </dgm:pt>
    <dgm:pt modelId="{71A77886-7F52-F847-9C83-0A1A86C14871}" type="pres">
      <dgm:prSet presAssocID="{6E1D1C5E-0B2C-D746-8C0F-249FC327FCE8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7036AA56-E88E-2947-B9AA-1B5AAD415943}" type="pres">
      <dgm:prSet presAssocID="{6E1D1C5E-0B2C-D746-8C0F-249FC327FCE8}" presName="Name1" presStyleCnt="0"/>
      <dgm:spPr/>
    </dgm:pt>
    <dgm:pt modelId="{B053621D-7C0E-9441-8843-08B74B6EBC0D}" type="pres">
      <dgm:prSet presAssocID="{6E1D1C5E-0B2C-D746-8C0F-249FC327FCE8}" presName="cycle" presStyleCnt="0"/>
      <dgm:spPr/>
    </dgm:pt>
    <dgm:pt modelId="{40BAAA0C-0DD8-7A45-A6B7-5C930CF635FA}" type="pres">
      <dgm:prSet presAssocID="{6E1D1C5E-0B2C-D746-8C0F-249FC327FCE8}" presName="srcNode" presStyleLbl="node1" presStyleIdx="0" presStyleCnt="4"/>
      <dgm:spPr/>
    </dgm:pt>
    <dgm:pt modelId="{CA052B10-9073-3246-B4D8-3BB174E9A0F6}" type="pres">
      <dgm:prSet presAssocID="{6E1D1C5E-0B2C-D746-8C0F-249FC327FCE8}" presName="conn" presStyleLbl="parChTrans1D2" presStyleIdx="0" presStyleCnt="1"/>
      <dgm:spPr/>
      <dgm:t>
        <a:bodyPr/>
        <a:lstStyle/>
        <a:p>
          <a:endParaRPr lang="en-US"/>
        </a:p>
      </dgm:t>
    </dgm:pt>
    <dgm:pt modelId="{EEFA4EB8-6FBE-344F-A01F-CF031C5C88E2}" type="pres">
      <dgm:prSet presAssocID="{6E1D1C5E-0B2C-D746-8C0F-249FC327FCE8}" presName="extraNode" presStyleLbl="node1" presStyleIdx="0" presStyleCnt="4"/>
      <dgm:spPr/>
    </dgm:pt>
    <dgm:pt modelId="{CFF5F6A5-C70F-DE47-B729-FEAB16A0A9DF}" type="pres">
      <dgm:prSet presAssocID="{6E1D1C5E-0B2C-D746-8C0F-249FC327FCE8}" presName="dstNode" presStyleLbl="node1" presStyleIdx="0" presStyleCnt="4"/>
      <dgm:spPr/>
    </dgm:pt>
    <dgm:pt modelId="{CE654BD4-7604-3E4A-9B6E-35258AEFA132}" type="pres">
      <dgm:prSet presAssocID="{CE712E01-55AA-B947-AE7D-7141B98B2053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2AE206-BF1C-EE4C-8DAD-A86C09E25591}" type="pres">
      <dgm:prSet presAssocID="{CE712E01-55AA-B947-AE7D-7141B98B2053}" presName="accent_1" presStyleCnt="0"/>
      <dgm:spPr/>
    </dgm:pt>
    <dgm:pt modelId="{F28A1AF7-2E40-F54D-B113-5C5A58A0CAE3}" type="pres">
      <dgm:prSet presAssocID="{CE712E01-55AA-B947-AE7D-7141B98B2053}" presName="accentRepeatNode" presStyleLbl="solidFgAcc1" presStyleIdx="0" presStyleCnt="4"/>
      <dgm:spPr/>
    </dgm:pt>
    <dgm:pt modelId="{E3C49B66-F105-184C-A003-74AA6378391A}" type="pres">
      <dgm:prSet presAssocID="{C739000E-3FEE-A442-AC42-DA15A40DD27B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7C5A80-4CF9-1F40-AF87-3BB945EFAFB5}" type="pres">
      <dgm:prSet presAssocID="{C739000E-3FEE-A442-AC42-DA15A40DD27B}" presName="accent_2" presStyleCnt="0"/>
      <dgm:spPr/>
    </dgm:pt>
    <dgm:pt modelId="{1AE8F499-C620-914A-B783-36D536B919B9}" type="pres">
      <dgm:prSet presAssocID="{C739000E-3FEE-A442-AC42-DA15A40DD27B}" presName="accentRepeatNode" presStyleLbl="solidFgAcc1" presStyleIdx="1" presStyleCnt="4"/>
      <dgm:spPr/>
    </dgm:pt>
    <dgm:pt modelId="{6E303A25-BB27-7047-98EF-C2260AAC2DBA}" type="pres">
      <dgm:prSet presAssocID="{857A6000-414E-9049-8258-B3B515F4A907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A3E50E-B22B-CD44-9111-4FB42DC66C79}" type="pres">
      <dgm:prSet presAssocID="{857A6000-414E-9049-8258-B3B515F4A907}" presName="accent_3" presStyleCnt="0"/>
      <dgm:spPr/>
    </dgm:pt>
    <dgm:pt modelId="{EB1883E2-244D-FC44-B210-F7AA54CC513A}" type="pres">
      <dgm:prSet presAssocID="{857A6000-414E-9049-8258-B3B515F4A907}" presName="accentRepeatNode" presStyleLbl="solidFgAcc1" presStyleIdx="2" presStyleCnt="4"/>
      <dgm:spPr/>
    </dgm:pt>
    <dgm:pt modelId="{41601A86-FA64-4240-9B99-F5F3F26B3A82}" type="pres">
      <dgm:prSet presAssocID="{4417247A-5BAB-624E-A4BC-531857A11451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F18E2A-0666-394A-8ECB-DE1AC9A3EFBE}" type="pres">
      <dgm:prSet presAssocID="{4417247A-5BAB-624E-A4BC-531857A11451}" presName="accent_4" presStyleCnt="0"/>
      <dgm:spPr/>
    </dgm:pt>
    <dgm:pt modelId="{4505B208-00C3-1449-87D3-357375D97BCF}" type="pres">
      <dgm:prSet presAssocID="{4417247A-5BAB-624E-A4BC-531857A11451}" presName="accentRepeatNode" presStyleLbl="solidFgAcc1" presStyleIdx="3" presStyleCnt="4"/>
      <dgm:spPr/>
    </dgm:pt>
  </dgm:ptLst>
  <dgm:cxnLst>
    <dgm:cxn modelId="{55D7EE47-64A9-4E40-83AD-D1D8C502E40B}" type="presOf" srcId="{857A6000-414E-9049-8258-B3B515F4A907}" destId="{6E303A25-BB27-7047-98EF-C2260AAC2DBA}" srcOrd="0" destOrd="0" presId="urn:microsoft.com/office/officeart/2008/layout/VerticalCurvedList"/>
    <dgm:cxn modelId="{F625354F-18BF-334C-8D7F-7CB9C18EA1BA}" type="presOf" srcId="{6E1D1C5E-0B2C-D746-8C0F-249FC327FCE8}" destId="{71A77886-7F52-F847-9C83-0A1A86C14871}" srcOrd="0" destOrd="0" presId="urn:microsoft.com/office/officeart/2008/layout/VerticalCurvedList"/>
    <dgm:cxn modelId="{A4C1FA6A-630B-D645-B0A1-313A4B2EA0C6}" srcId="{6E1D1C5E-0B2C-D746-8C0F-249FC327FCE8}" destId="{C739000E-3FEE-A442-AC42-DA15A40DD27B}" srcOrd="1" destOrd="0" parTransId="{500D602B-2BC6-104D-A0B7-51A11D8E1BD0}" sibTransId="{2F11CDD3-BAD9-504F-A17A-43D551258AF7}"/>
    <dgm:cxn modelId="{C3D982B2-B6BD-424F-B551-AC60D18A4264}" type="presOf" srcId="{CE712E01-55AA-B947-AE7D-7141B98B2053}" destId="{CE654BD4-7604-3E4A-9B6E-35258AEFA132}" srcOrd="0" destOrd="0" presId="urn:microsoft.com/office/officeart/2008/layout/VerticalCurvedList"/>
    <dgm:cxn modelId="{C97F5B95-496D-954F-95C2-9CF4A4F8C28A}" type="presOf" srcId="{C739000E-3FEE-A442-AC42-DA15A40DD27B}" destId="{E3C49B66-F105-184C-A003-74AA6378391A}" srcOrd="0" destOrd="0" presId="urn:microsoft.com/office/officeart/2008/layout/VerticalCurvedList"/>
    <dgm:cxn modelId="{93A969E3-1404-AD4F-B63C-C8C52F675D7E}" srcId="{6E1D1C5E-0B2C-D746-8C0F-249FC327FCE8}" destId="{857A6000-414E-9049-8258-B3B515F4A907}" srcOrd="2" destOrd="0" parTransId="{5DA49441-A4AB-8E41-B64F-C700E217DC5A}" sibTransId="{4241F3DA-9338-614A-8B03-A61FF2CB3EE9}"/>
    <dgm:cxn modelId="{2691E454-13D7-EB45-B905-184863C27632}" srcId="{6E1D1C5E-0B2C-D746-8C0F-249FC327FCE8}" destId="{4417247A-5BAB-624E-A4BC-531857A11451}" srcOrd="3" destOrd="0" parTransId="{16A84D3D-A8C5-4D47-AF8B-ECE4DCB88F33}" sibTransId="{6E97BD1D-DECA-5F40-8AB2-0366FAF9A8D3}"/>
    <dgm:cxn modelId="{856DE1CC-CACD-F64F-9444-95B7DA13BB14}" srcId="{6E1D1C5E-0B2C-D746-8C0F-249FC327FCE8}" destId="{CE712E01-55AA-B947-AE7D-7141B98B2053}" srcOrd="0" destOrd="0" parTransId="{70FACBE7-EA2F-4E42-B454-3601936DC4E3}" sibTransId="{07464BFF-CF41-AC40-B1FD-18BB80E3F6D5}"/>
    <dgm:cxn modelId="{BE129991-589F-AA4E-9E60-310C116ECAA2}" type="presOf" srcId="{07464BFF-CF41-AC40-B1FD-18BB80E3F6D5}" destId="{CA052B10-9073-3246-B4D8-3BB174E9A0F6}" srcOrd="0" destOrd="0" presId="urn:microsoft.com/office/officeart/2008/layout/VerticalCurvedList"/>
    <dgm:cxn modelId="{C0B0C900-ABF9-DA49-9932-FAAA106A0E40}" type="presOf" srcId="{4417247A-5BAB-624E-A4BC-531857A11451}" destId="{41601A86-FA64-4240-9B99-F5F3F26B3A82}" srcOrd="0" destOrd="0" presId="urn:microsoft.com/office/officeart/2008/layout/VerticalCurvedList"/>
    <dgm:cxn modelId="{B733FC5D-8AD1-AC4C-944F-6F988984A4E8}" type="presParOf" srcId="{71A77886-7F52-F847-9C83-0A1A86C14871}" destId="{7036AA56-E88E-2947-B9AA-1B5AAD415943}" srcOrd="0" destOrd="0" presId="urn:microsoft.com/office/officeart/2008/layout/VerticalCurvedList"/>
    <dgm:cxn modelId="{EBDE35AA-50FF-794D-81B3-453FDE2E1DE1}" type="presParOf" srcId="{7036AA56-E88E-2947-B9AA-1B5AAD415943}" destId="{B053621D-7C0E-9441-8843-08B74B6EBC0D}" srcOrd="0" destOrd="0" presId="urn:microsoft.com/office/officeart/2008/layout/VerticalCurvedList"/>
    <dgm:cxn modelId="{89EB1432-9511-924C-B813-E614C2172136}" type="presParOf" srcId="{B053621D-7C0E-9441-8843-08B74B6EBC0D}" destId="{40BAAA0C-0DD8-7A45-A6B7-5C930CF635FA}" srcOrd="0" destOrd="0" presId="urn:microsoft.com/office/officeart/2008/layout/VerticalCurvedList"/>
    <dgm:cxn modelId="{BED6C07D-41F6-2848-93A9-BEDDF57704D1}" type="presParOf" srcId="{B053621D-7C0E-9441-8843-08B74B6EBC0D}" destId="{CA052B10-9073-3246-B4D8-3BB174E9A0F6}" srcOrd="1" destOrd="0" presId="urn:microsoft.com/office/officeart/2008/layout/VerticalCurvedList"/>
    <dgm:cxn modelId="{7BA74E52-1B3A-BB4F-8270-5F7432ADD6B7}" type="presParOf" srcId="{B053621D-7C0E-9441-8843-08B74B6EBC0D}" destId="{EEFA4EB8-6FBE-344F-A01F-CF031C5C88E2}" srcOrd="2" destOrd="0" presId="urn:microsoft.com/office/officeart/2008/layout/VerticalCurvedList"/>
    <dgm:cxn modelId="{909EFA88-DE11-4346-897F-B06C784EDFBC}" type="presParOf" srcId="{B053621D-7C0E-9441-8843-08B74B6EBC0D}" destId="{CFF5F6A5-C70F-DE47-B729-FEAB16A0A9DF}" srcOrd="3" destOrd="0" presId="urn:microsoft.com/office/officeart/2008/layout/VerticalCurvedList"/>
    <dgm:cxn modelId="{26102D8C-5CD7-6D43-9A34-83B2EAFEB875}" type="presParOf" srcId="{7036AA56-E88E-2947-B9AA-1B5AAD415943}" destId="{CE654BD4-7604-3E4A-9B6E-35258AEFA132}" srcOrd="1" destOrd="0" presId="urn:microsoft.com/office/officeart/2008/layout/VerticalCurvedList"/>
    <dgm:cxn modelId="{C739094A-5E40-1C40-BF25-85B0420DA913}" type="presParOf" srcId="{7036AA56-E88E-2947-B9AA-1B5AAD415943}" destId="{CB2AE206-BF1C-EE4C-8DAD-A86C09E25591}" srcOrd="2" destOrd="0" presId="urn:microsoft.com/office/officeart/2008/layout/VerticalCurvedList"/>
    <dgm:cxn modelId="{569D87F4-6172-8145-95DF-FD80A67F1DDA}" type="presParOf" srcId="{CB2AE206-BF1C-EE4C-8DAD-A86C09E25591}" destId="{F28A1AF7-2E40-F54D-B113-5C5A58A0CAE3}" srcOrd="0" destOrd="0" presId="urn:microsoft.com/office/officeart/2008/layout/VerticalCurvedList"/>
    <dgm:cxn modelId="{2D18344D-CABF-0A45-8DC4-187BF6065923}" type="presParOf" srcId="{7036AA56-E88E-2947-B9AA-1B5AAD415943}" destId="{E3C49B66-F105-184C-A003-74AA6378391A}" srcOrd="3" destOrd="0" presId="urn:microsoft.com/office/officeart/2008/layout/VerticalCurvedList"/>
    <dgm:cxn modelId="{CB5534CA-B596-A340-828E-A6C9160C03F5}" type="presParOf" srcId="{7036AA56-E88E-2947-B9AA-1B5AAD415943}" destId="{657C5A80-4CF9-1F40-AF87-3BB945EFAFB5}" srcOrd="4" destOrd="0" presId="urn:microsoft.com/office/officeart/2008/layout/VerticalCurvedList"/>
    <dgm:cxn modelId="{EB286D6F-07C6-9C41-9EFF-5BDA0907CE98}" type="presParOf" srcId="{657C5A80-4CF9-1F40-AF87-3BB945EFAFB5}" destId="{1AE8F499-C620-914A-B783-36D536B919B9}" srcOrd="0" destOrd="0" presId="urn:microsoft.com/office/officeart/2008/layout/VerticalCurvedList"/>
    <dgm:cxn modelId="{2051ED36-2964-DD49-9E62-26819A566015}" type="presParOf" srcId="{7036AA56-E88E-2947-B9AA-1B5AAD415943}" destId="{6E303A25-BB27-7047-98EF-C2260AAC2DBA}" srcOrd="5" destOrd="0" presId="urn:microsoft.com/office/officeart/2008/layout/VerticalCurvedList"/>
    <dgm:cxn modelId="{D0732C08-E4E0-8D42-9735-76C695CB0D1A}" type="presParOf" srcId="{7036AA56-E88E-2947-B9AA-1B5AAD415943}" destId="{08A3E50E-B22B-CD44-9111-4FB42DC66C79}" srcOrd="6" destOrd="0" presId="urn:microsoft.com/office/officeart/2008/layout/VerticalCurvedList"/>
    <dgm:cxn modelId="{57749064-9B0E-BB4E-9AC1-C149B30169F5}" type="presParOf" srcId="{08A3E50E-B22B-CD44-9111-4FB42DC66C79}" destId="{EB1883E2-244D-FC44-B210-F7AA54CC513A}" srcOrd="0" destOrd="0" presId="urn:microsoft.com/office/officeart/2008/layout/VerticalCurvedList"/>
    <dgm:cxn modelId="{950D5D48-9E52-6849-996E-380E81B6A7A3}" type="presParOf" srcId="{7036AA56-E88E-2947-B9AA-1B5AAD415943}" destId="{41601A86-FA64-4240-9B99-F5F3F26B3A82}" srcOrd="7" destOrd="0" presId="urn:microsoft.com/office/officeart/2008/layout/VerticalCurvedList"/>
    <dgm:cxn modelId="{054777BB-E422-544E-9395-B70931828525}" type="presParOf" srcId="{7036AA56-E88E-2947-B9AA-1B5AAD415943}" destId="{6BF18E2A-0666-394A-8ECB-DE1AC9A3EFBE}" srcOrd="8" destOrd="0" presId="urn:microsoft.com/office/officeart/2008/layout/VerticalCurvedList"/>
    <dgm:cxn modelId="{86B117B6-5413-164A-B13F-863ACFE55D66}" type="presParOf" srcId="{6BF18E2A-0666-394A-8ECB-DE1AC9A3EFBE}" destId="{4505B208-00C3-1449-87D3-357375D97BC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275513-50C6-8A45-8C2A-967BB4E5BCD2}" type="doc">
      <dgm:prSet loTypeId="urn:microsoft.com/office/officeart/2005/8/layout/radial6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A6E4B7-29D4-964B-AEAC-46B5BA2558AA}">
      <dgm:prSet phldrT="[Text]"/>
      <dgm:spPr>
        <a:solidFill>
          <a:schemeClr val="accent4">
            <a:lumMod val="75000"/>
          </a:schemeClr>
        </a:solidFill>
        <a:effectLst/>
      </dgm:spPr>
      <dgm:t>
        <a:bodyPr/>
        <a:lstStyle/>
        <a:p>
          <a:r>
            <a:rPr lang="en-US" dirty="0" smtClean="0"/>
            <a:t>Features</a:t>
          </a:r>
          <a:endParaRPr lang="en-US" dirty="0"/>
        </a:p>
      </dgm:t>
    </dgm:pt>
    <dgm:pt modelId="{C53573B3-4CC4-604C-AF89-04E03FD694E6}" type="parTrans" cxnId="{DC5E8F41-0DCC-EC4B-828D-FC85D0399252}">
      <dgm:prSet/>
      <dgm:spPr/>
      <dgm:t>
        <a:bodyPr/>
        <a:lstStyle/>
        <a:p>
          <a:endParaRPr lang="en-US"/>
        </a:p>
      </dgm:t>
    </dgm:pt>
    <dgm:pt modelId="{1113C7DE-D0AD-BE45-B22D-B788F8F25BA5}" type="sibTrans" cxnId="{DC5E8F41-0DCC-EC4B-828D-FC85D0399252}">
      <dgm:prSet/>
      <dgm:spPr/>
      <dgm:t>
        <a:bodyPr/>
        <a:lstStyle/>
        <a:p>
          <a:endParaRPr lang="en-US"/>
        </a:p>
      </dgm:t>
    </dgm:pt>
    <dgm:pt modelId="{2B8BA1C6-F388-9740-90B0-C7759FDDECC3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 smtClean="0"/>
            <a:t>Portable</a:t>
          </a:r>
          <a:endParaRPr lang="en-US" dirty="0"/>
        </a:p>
      </dgm:t>
    </dgm:pt>
    <dgm:pt modelId="{6F2B8551-AE6B-8844-84F6-106332EBE16E}" type="parTrans" cxnId="{3BBBCE07-1CE0-DA45-BC55-F206174083C9}">
      <dgm:prSet/>
      <dgm:spPr/>
      <dgm:t>
        <a:bodyPr/>
        <a:lstStyle/>
        <a:p>
          <a:endParaRPr lang="en-US"/>
        </a:p>
      </dgm:t>
    </dgm:pt>
    <dgm:pt modelId="{358847AB-5E6C-8B4D-9134-56EE90AC47ED}" type="sibTrans" cxnId="{3BBBCE07-1CE0-DA45-BC55-F206174083C9}">
      <dgm:prSet/>
      <dgm:spPr/>
      <dgm:t>
        <a:bodyPr/>
        <a:lstStyle/>
        <a:p>
          <a:endParaRPr lang="en-US"/>
        </a:p>
      </dgm:t>
    </dgm:pt>
    <dgm:pt modelId="{2FECB97B-4D3E-A14D-9E45-AD8F41AB0A89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 err="1" smtClean="0"/>
            <a:t>ROMable</a:t>
          </a:r>
          <a:endParaRPr lang="en-US" dirty="0"/>
        </a:p>
      </dgm:t>
    </dgm:pt>
    <dgm:pt modelId="{624975C1-31BF-B74B-94B0-C5477BB976CC}" type="parTrans" cxnId="{768AF52D-98B6-F54F-9501-D14E5E1306F3}">
      <dgm:prSet/>
      <dgm:spPr/>
      <dgm:t>
        <a:bodyPr/>
        <a:lstStyle/>
        <a:p>
          <a:endParaRPr lang="en-US"/>
        </a:p>
      </dgm:t>
    </dgm:pt>
    <dgm:pt modelId="{17960333-97F3-2244-BB43-B0BCDEC4B76D}" type="sibTrans" cxnId="{768AF52D-98B6-F54F-9501-D14E5E1306F3}">
      <dgm:prSet/>
      <dgm:spPr/>
      <dgm:t>
        <a:bodyPr/>
        <a:lstStyle/>
        <a:p>
          <a:endParaRPr lang="en-US"/>
        </a:p>
      </dgm:t>
    </dgm:pt>
    <dgm:pt modelId="{BFA14707-C7A6-FD43-86F8-F4BF008F1D8B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 smtClean="0"/>
            <a:t>Source code</a:t>
          </a:r>
          <a:endParaRPr lang="en-US" dirty="0"/>
        </a:p>
      </dgm:t>
    </dgm:pt>
    <dgm:pt modelId="{909F035C-B707-0C4D-9A9B-E622834488D9}" type="parTrans" cxnId="{75F3F109-69F2-E543-B525-21664184E89F}">
      <dgm:prSet/>
      <dgm:spPr/>
      <dgm:t>
        <a:bodyPr/>
        <a:lstStyle/>
        <a:p>
          <a:endParaRPr lang="en-US"/>
        </a:p>
      </dgm:t>
    </dgm:pt>
    <dgm:pt modelId="{7AC0DB7D-3631-194B-89DE-CA53BD4627F5}" type="sibTrans" cxnId="{75F3F109-69F2-E543-B525-21664184E89F}">
      <dgm:prSet/>
      <dgm:spPr/>
      <dgm:t>
        <a:bodyPr/>
        <a:lstStyle/>
        <a:p>
          <a:endParaRPr lang="en-US"/>
        </a:p>
      </dgm:t>
    </dgm:pt>
    <dgm:pt modelId="{6685A80F-53E4-C74C-BC8D-BBE5D84B8206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 smtClean="0"/>
            <a:t>Scalable</a:t>
          </a:r>
          <a:endParaRPr lang="en-US" dirty="0"/>
        </a:p>
      </dgm:t>
    </dgm:pt>
    <dgm:pt modelId="{2B22D2E9-55DB-154E-BCCA-E85E0335D15D}" type="parTrans" cxnId="{04818415-8AD8-144C-B4A3-64A44F6C9899}">
      <dgm:prSet/>
      <dgm:spPr/>
      <dgm:t>
        <a:bodyPr/>
        <a:lstStyle/>
        <a:p>
          <a:endParaRPr lang="en-US"/>
        </a:p>
      </dgm:t>
    </dgm:pt>
    <dgm:pt modelId="{A3B64B24-0003-8643-95EC-D7EB9F796D4F}" type="sibTrans" cxnId="{04818415-8AD8-144C-B4A3-64A44F6C9899}">
      <dgm:prSet/>
      <dgm:spPr/>
      <dgm:t>
        <a:bodyPr/>
        <a:lstStyle/>
        <a:p>
          <a:endParaRPr lang="en-US"/>
        </a:p>
      </dgm:t>
    </dgm:pt>
    <dgm:pt modelId="{7C3B07FD-8C5D-944E-A2D4-C525279D8445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 smtClean="0"/>
            <a:t>Preemptive</a:t>
          </a:r>
          <a:r>
            <a:rPr lang="en-US" baseline="0" dirty="0" smtClean="0"/>
            <a:t> multitasking</a:t>
          </a:r>
          <a:endParaRPr lang="en-US" dirty="0"/>
        </a:p>
      </dgm:t>
    </dgm:pt>
    <dgm:pt modelId="{14F5094A-70B9-1848-9933-D2029F6C5352}" type="parTrans" cxnId="{91BCC49A-D679-E84D-90D2-37740329C99F}">
      <dgm:prSet/>
      <dgm:spPr/>
      <dgm:t>
        <a:bodyPr/>
        <a:lstStyle/>
        <a:p>
          <a:endParaRPr lang="en-US"/>
        </a:p>
      </dgm:t>
    </dgm:pt>
    <dgm:pt modelId="{5AF5734D-8F83-8843-9A8B-0C59C049B201}" type="sibTrans" cxnId="{91BCC49A-D679-E84D-90D2-37740329C99F}">
      <dgm:prSet/>
      <dgm:spPr/>
      <dgm:t>
        <a:bodyPr/>
        <a:lstStyle/>
        <a:p>
          <a:endParaRPr lang="en-US"/>
        </a:p>
      </dgm:t>
    </dgm:pt>
    <dgm:pt modelId="{675A666F-D640-304A-BED7-981D28E16111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 smtClean="0"/>
            <a:t>Deterministic</a:t>
          </a:r>
          <a:endParaRPr lang="en-US" dirty="0"/>
        </a:p>
      </dgm:t>
    </dgm:pt>
    <dgm:pt modelId="{6B36F136-268D-4441-B2B3-8F5D3618AB3D}" type="parTrans" cxnId="{B3506DF4-8EA1-E049-A016-09B8DB4AE835}">
      <dgm:prSet/>
      <dgm:spPr/>
      <dgm:t>
        <a:bodyPr/>
        <a:lstStyle/>
        <a:p>
          <a:endParaRPr lang="en-US"/>
        </a:p>
      </dgm:t>
    </dgm:pt>
    <dgm:pt modelId="{23BEDD0C-4624-EA43-8971-CBE191AC129C}" type="sibTrans" cxnId="{B3506DF4-8EA1-E049-A016-09B8DB4AE835}">
      <dgm:prSet/>
      <dgm:spPr/>
      <dgm:t>
        <a:bodyPr/>
        <a:lstStyle/>
        <a:p>
          <a:endParaRPr lang="en-US"/>
        </a:p>
      </dgm:t>
    </dgm:pt>
    <dgm:pt modelId="{BC468D5F-3830-6049-A4FA-972C004D103F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 smtClean="0"/>
            <a:t>Task stacks</a:t>
          </a:r>
          <a:endParaRPr lang="en-US" dirty="0"/>
        </a:p>
      </dgm:t>
    </dgm:pt>
    <dgm:pt modelId="{DFD88BF2-A18D-4E4D-923F-071B40A73BF0}" type="parTrans" cxnId="{8805971A-8E6A-C248-B432-A39498560E14}">
      <dgm:prSet/>
      <dgm:spPr/>
      <dgm:t>
        <a:bodyPr/>
        <a:lstStyle/>
        <a:p>
          <a:endParaRPr lang="en-US"/>
        </a:p>
      </dgm:t>
    </dgm:pt>
    <dgm:pt modelId="{FE459D41-363B-7648-AD54-EE55C47FA051}" type="sibTrans" cxnId="{8805971A-8E6A-C248-B432-A39498560E14}">
      <dgm:prSet/>
      <dgm:spPr/>
      <dgm:t>
        <a:bodyPr/>
        <a:lstStyle/>
        <a:p>
          <a:endParaRPr lang="en-US"/>
        </a:p>
      </dgm:t>
    </dgm:pt>
    <dgm:pt modelId="{3C555365-97D1-B648-A199-8FD2CFDE7D0E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 smtClean="0"/>
            <a:t>Interrupt management</a:t>
          </a:r>
          <a:endParaRPr lang="en-US" dirty="0"/>
        </a:p>
      </dgm:t>
    </dgm:pt>
    <dgm:pt modelId="{04D72926-1616-654D-B5CE-D48E31CA7F50}" type="parTrans" cxnId="{4FFB17B0-F0CC-E947-AE3A-5A2873D67C67}">
      <dgm:prSet/>
      <dgm:spPr/>
      <dgm:t>
        <a:bodyPr/>
        <a:lstStyle/>
        <a:p>
          <a:endParaRPr lang="en-US"/>
        </a:p>
      </dgm:t>
    </dgm:pt>
    <dgm:pt modelId="{C06723D6-A7B9-204F-A464-DBBA1BD2629E}" type="sibTrans" cxnId="{4FFB17B0-F0CC-E947-AE3A-5A2873D67C67}">
      <dgm:prSet/>
      <dgm:spPr/>
      <dgm:t>
        <a:bodyPr/>
        <a:lstStyle/>
        <a:p>
          <a:endParaRPr lang="en-US"/>
        </a:p>
      </dgm:t>
    </dgm:pt>
    <dgm:pt modelId="{0CAB5455-CE81-8E4E-9954-56CB66A0A57A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 smtClean="0"/>
            <a:t>Robust and reliable</a:t>
          </a:r>
          <a:endParaRPr lang="en-US" dirty="0"/>
        </a:p>
      </dgm:t>
    </dgm:pt>
    <dgm:pt modelId="{77FDD5B0-1822-5141-B070-8FA2D8F5FDA8}" type="parTrans" cxnId="{1354F8EC-E844-C14F-A181-F601E65B3910}">
      <dgm:prSet/>
      <dgm:spPr/>
      <dgm:t>
        <a:bodyPr/>
        <a:lstStyle/>
        <a:p>
          <a:endParaRPr lang="en-US"/>
        </a:p>
      </dgm:t>
    </dgm:pt>
    <dgm:pt modelId="{5C910D08-5D67-1E45-BB9E-E8302C42F313}" type="sibTrans" cxnId="{1354F8EC-E844-C14F-A181-F601E65B3910}">
      <dgm:prSet/>
      <dgm:spPr/>
      <dgm:t>
        <a:bodyPr/>
        <a:lstStyle/>
        <a:p>
          <a:endParaRPr lang="en-US"/>
        </a:p>
      </dgm:t>
    </dgm:pt>
    <dgm:pt modelId="{B759DEEA-9E7F-5B44-AC53-A9A08FC0C1DA}" type="pres">
      <dgm:prSet presAssocID="{11275513-50C6-8A45-8C2A-967BB4E5BCD2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8544F47-0DB4-A84F-B0EE-9C65070BE628}" type="pres">
      <dgm:prSet presAssocID="{E0A6E4B7-29D4-964B-AEAC-46B5BA2558AA}" presName="centerShape" presStyleLbl="node0" presStyleIdx="0" presStyleCnt="1"/>
      <dgm:spPr/>
      <dgm:t>
        <a:bodyPr/>
        <a:lstStyle/>
        <a:p>
          <a:endParaRPr lang="en-US"/>
        </a:p>
      </dgm:t>
    </dgm:pt>
    <dgm:pt modelId="{1A4A21D4-0EC3-724E-955D-A655933517AF}" type="pres">
      <dgm:prSet presAssocID="{2B8BA1C6-F388-9740-90B0-C7759FDDECC3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B30CCF-0BC4-3D44-9978-8E4A90EE0F35}" type="pres">
      <dgm:prSet presAssocID="{2B8BA1C6-F388-9740-90B0-C7759FDDECC3}" presName="dummy" presStyleCnt="0"/>
      <dgm:spPr/>
    </dgm:pt>
    <dgm:pt modelId="{229F35A1-175F-E343-B6EC-C566DB4ADFB5}" type="pres">
      <dgm:prSet presAssocID="{358847AB-5E6C-8B4D-9134-56EE90AC47ED}" presName="sibTrans" presStyleLbl="sibTrans2D1" presStyleIdx="0" presStyleCnt="9"/>
      <dgm:spPr/>
      <dgm:t>
        <a:bodyPr/>
        <a:lstStyle/>
        <a:p>
          <a:endParaRPr lang="en-US"/>
        </a:p>
      </dgm:t>
    </dgm:pt>
    <dgm:pt modelId="{BA388333-A287-B348-89B1-6A25C3D8363C}" type="pres">
      <dgm:prSet presAssocID="{2FECB97B-4D3E-A14D-9E45-AD8F41AB0A89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149329-F4EC-1A44-B923-4BC415387D6A}" type="pres">
      <dgm:prSet presAssocID="{2FECB97B-4D3E-A14D-9E45-AD8F41AB0A89}" presName="dummy" presStyleCnt="0"/>
      <dgm:spPr/>
    </dgm:pt>
    <dgm:pt modelId="{8A8681CB-B01C-534C-9DCA-82118528579F}" type="pres">
      <dgm:prSet presAssocID="{17960333-97F3-2244-BB43-B0BCDEC4B76D}" presName="sibTrans" presStyleLbl="sibTrans2D1" presStyleIdx="1" presStyleCnt="9"/>
      <dgm:spPr/>
      <dgm:t>
        <a:bodyPr/>
        <a:lstStyle/>
        <a:p>
          <a:endParaRPr lang="en-US"/>
        </a:p>
      </dgm:t>
    </dgm:pt>
    <dgm:pt modelId="{3CBEB608-8260-F945-87B2-3F4C49573396}" type="pres">
      <dgm:prSet presAssocID="{BFA14707-C7A6-FD43-86F8-F4BF008F1D8B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1347EF-7656-FE4C-B1A4-8E5CF72C647F}" type="pres">
      <dgm:prSet presAssocID="{BFA14707-C7A6-FD43-86F8-F4BF008F1D8B}" presName="dummy" presStyleCnt="0"/>
      <dgm:spPr/>
    </dgm:pt>
    <dgm:pt modelId="{1CF1799A-EE34-BA4A-8681-4B2FCE954D1E}" type="pres">
      <dgm:prSet presAssocID="{7AC0DB7D-3631-194B-89DE-CA53BD4627F5}" presName="sibTrans" presStyleLbl="sibTrans2D1" presStyleIdx="2" presStyleCnt="9"/>
      <dgm:spPr/>
      <dgm:t>
        <a:bodyPr/>
        <a:lstStyle/>
        <a:p>
          <a:endParaRPr lang="en-US"/>
        </a:p>
      </dgm:t>
    </dgm:pt>
    <dgm:pt modelId="{814006EB-D040-6C47-A996-FB8526F91589}" type="pres">
      <dgm:prSet presAssocID="{6685A80F-53E4-C74C-BC8D-BBE5D84B8206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B77315-3DEC-5949-BCE3-034503B3A912}" type="pres">
      <dgm:prSet presAssocID="{6685A80F-53E4-C74C-BC8D-BBE5D84B8206}" presName="dummy" presStyleCnt="0"/>
      <dgm:spPr/>
    </dgm:pt>
    <dgm:pt modelId="{B8466981-35CF-F542-8301-CB2F5675DA33}" type="pres">
      <dgm:prSet presAssocID="{A3B64B24-0003-8643-95EC-D7EB9F796D4F}" presName="sibTrans" presStyleLbl="sibTrans2D1" presStyleIdx="3" presStyleCnt="9"/>
      <dgm:spPr/>
      <dgm:t>
        <a:bodyPr/>
        <a:lstStyle/>
        <a:p>
          <a:endParaRPr lang="en-US"/>
        </a:p>
      </dgm:t>
    </dgm:pt>
    <dgm:pt modelId="{46487AC8-A755-A64D-A525-DA7DDB1D045D}" type="pres">
      <dgm:prSet presAssocID="{7C3B07FD-8C5D-944E-A2D4-C525279D8445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32414D-D5EB-384F-9102-176F5479FE5C}" type="pres">
      <dgm:prSet presAssocID="{7C3B07FD-8C5D-944E-A2D4-C525279D8445}" presName="dummy" presStyleCnt="0"/>
      <dgm:spPr/>
    </dgm:pt>
    <dgm:pt modelId="{24B69FEE-0F5C-A24B-8275-20F8EDDF4476}" type="pres">
      <dgm:prSet presAssocID="{5AF5734D-8F83-8843-9A8B-0C59C049B201}" presName="sibTrans" presStyleLbl="sibTrans2D1" presStyleIdx="4" presStyleCnt="9"/>
      <dgm:spPr/>
    </dgm:pt>
    <dgm:pt modelId="{40176029-FA68-C743-9972-A299FBEFE23D}" type="pres">
      <dgm:prSet presAssocID="{675A666F-D640-304A-BED7-981D28E16111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BE1E76-AEAD-E34E-BA3B-6A5D01048DA4}" type="pres">
      <dgm:prSet presAssocID="{675A666F-D640-304A-BED7-981D28E16111}" presName="dummy" presStyleCnt="0"/>
      <dgm:spPr/>
    </dgm:pt>
    <dgm:pt modelId="{4ECC5D3F-339A-3D4E-9C2E-2D1CCBD618DD}" type="pres">
      <dgm:prSet presAssocID="{23BEDD0C-4624-EA43-8971-CBE191AC129C}" presName="sibTrans" presStyleLbl="sibTrans2D1" presStyleIdx="5" presStyleCnt="9"/>
      <dgm:spPr/>
    </dgm:pt>
    <dgm:pt modelId="{B5DDDB97-7E0C-394B-B568-9F7DF1A6B326}" type="pres">
      <dgm:prSet presAssocID="{BC468D5F-3830-6049-A4FA-972C004D103F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A8A643-DAF4-CE4E-8997-534A06BEF0A9}" type="pres">
      <dgm:prSet presAssocID="{BC468D5F-3830-6049-A4FA-972C004D103F}" presName="dummy" presStyleCnt="0"/>
      <dgm:spPr/>
    </dgm:pt>
    <dgm:pt modelId="{40AD5FA5-BE86-5342-AD3C-389F320F910C}" type="pres">
      <dgm:prSet presAssocID="{FE459D41-363B-7648-AD54-EE55C47FA051}" presName="sibTrans" presStyleLbl="sibTrans2D1" presStyleIdx="6" presStyleCnt="9"/>
      <dgm:spPr/>
    </dgm:pt>
    <dgm:pt modelId="{855CE0C4-B8F9-A64F-B2C7-32976D7498AF}" type="pres">
      <dgm:prSet presAssocID="{3C555365-97D1-B648-A199-8FD2CFDE7D0E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3B0743-A57D-AC4D-9D39-50591D6BB9B3}" type="pres">
      <dgm:prSet presAssocID="{3C555365-97D1-B648-A199-8FD2CFDE7D0E}" presName="dummy" presStyleCnt="0"/>
      <dgm:spPr/>
    </dgm:pt>
    <dgm:pt modelId="{DA8D5C12-45D3-C346-ADFA-78B6A24A6B24}" type="pres">
      <dgm:prSet presAssocID="{C06723D6-A7B9-204F-A464-DBBA1BD2629E}" presName="sibTrans" presStyleLbl="sibTrans2D1" presStyleIdx="7" presStyleCnt="9"/>
      <dgm:spPr/>
    </dgm:pt>
    <dgm:pt modelId="{47FBB45A-8D7D-1D46-B075-A4B24EFB3BD6}" type="pres">
      <dgm:prSet presAssocID="{0CAB5455-CE81-8E4E-9954-56CB66A0A57A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763625-219E-8E41-94C8-F8B891F8FA0E}" type="pres">
      <dgm:prSet presAssocID="{0CAB5455-CE81-8E4E-9954-56CB66A0A57A}" presName="dummy" presStyleCnt="0"/>
      <dgm:spPr/>
    </dgm:pt>
    <dgm:pt modelId="{0CA3C4A1-209B-454F-98D9-120DB8EF6D5B}" type="pres">
      <dgm:prSet presAssocID="{5C910D08-5D67-1E45-BB9E-E8302C42F313}" presName="sibTrans" presStyleLbl="sibTrans2D1" presStyleIdx="8" presStyleCnt="9"/>
      <dgm:spPr/>
    </dgm:pt>
  </dgm:ptLst>
  <dgm:cxnLst>
    <dgm:cxn modelId="{BDE261A4-BA2F-9146-ADC0-B18097672856}" type="presOf" srcId="{358847AB-5E6C-8B4D-9134-56EE90AC47ED}" destId="{229F35A1-175F-E343-B6EC-C566DB4ADFB5}" srcOrd="0" destOrd="0" presId="urn:microsoft.com/office/officeart/2005/8/layout/radial6"/>
    <dgm:cxn modelId="{BB713138-248B-314C-BA66-26D09B0C68A3}" type="presOf" srcId="{BFA14707-C7A6-FD43-86F8-F4BF008F1D8B}" destId="{3CBEB608-8260-F945-87B2-3F4C49573396}" srcOrd="0" destOrd="0" presId="urn:microsoft.com/office/officeart/2005/8/layout/radial6"/>
    <dgm:cxn modelId="{2147FABD-5DA7-BC4E-A4E9-30B382F895A8}" type="presOf" srcId="{5C910D08-5D67-1E45-BB9E-E8302C42F313}" destId="{0CA3C4A1-209B-454F-98D9-120DB8EF6D5B}" srcOrd="0" destOrd="0" presId="urn:microsoft.com/office/officeart/2005/8/layout/radial6"/>
    <dgm:cxn modelId="{B3506DF4-8EA1-E049-A016-09B8DB4AE835}" srcId="{E0A6E4B7-29D4-964B-AEAC-46B5BA2558AA}" destId="{675A666F-D640-304A-BED7-981D28E16111}" srcOrd="5" destOrd="0" parTransId="{6B36F136-268D-4441-B2B3-8F5D3618AB3D}" sibTransId="{23BEDD0C-4624-EA43-8971-CBE191AC129C}"/>
    <dgm:cxn modelId="{4A4350A9-F885-E74A-9522-C83D71798269}" type="presOf" srcId="{3C555365-97D1-B648-A199-8FD2CFDE7D0E}" destId="{855CE0C4-B8F9-A64F-B2C7-32976D7498AF}" srcOrd="0" destOrd="0" presId="urn:microsoft.com/office/officeart/2005/8/layout/radial6"/>
    <dgm:cxn modelId="{8805971A-8E6A-C248-B432-A39498560E14}" srcId="{E0A6E4B7-29D4-964B-AEAC-46B5BA2558AA}" destId="{BC468D5F-3830-6049-A4FA-972C004D103F}" srcOrd="6" destOrd="0" parTransId="{DFD88BF2-A18D-4E4D-923F-071B40A73BF0}" sibTransId="{FE459D41-363B-7648-AD54-EE55C47FA051}"/>
    <dgm:cxn modelId="{CC6542A0-3B59-7C44-A090-BAFE7F20EB98}" type="presOf" srcId="{7AC0DB7D-3631-194B-89DE-CA53BD4627F5}" destId="{1CF1799A-EE34-BA4A-8681-4B2FCE954D1E}" srcOrd="0" destOrd="0" presId="urn:microsoft.com/office/officeart/2005/8/layout/radial6"/>
    <dgm:cxn modelId="{B71A6520-316E-514D-9D51-1D13A77740C5}" type="presOf" srcId="{E0A6E4B7-29D4-964B-AEAC-46B5BA2558AA}" destId="{68544F47-0DB4-A84F-B0EE-9C65070BE628}" srcOrd="0" destOrd="0" presId="urn:microsoft.com/office/officeart/2005/8/layout/radial6"/>
    <dgm:cxn modelId="{DC5E8F41-0DCC-EC4B-828D-FC85D0399252}" srcId="{11275513-50C6-8A45-8C2A-967BB4E5BCD2}" destId="{E0A6E4B7-29D4-964B-AEAC-46B5BA2558AA}" srcOrd="0" destOrd="0" parTransId="{C53573B3-4CC4-604C-AF89-04E03FD694E6}" sibTransId="{1113C7DE-D0AD-BE45-B22D-B788F8F25BA5}"/>
    <dgm:cxn modelId="{768AF52D-98B6-F54F-9501-D14E5E1306F3}" srcId="{E0A6E4B7-29D4-964B-AEAC-46B5BA2558AA}" destId="{2FECB97B-4D3E-A14D-9E45-AD8F41AB0A89}" srcOrd="1" destOrd="0" parTransId="{624975C1-31BF-B74B-94B0-C5477BB976CC}" sibTransId="{17960333-97F3-2244-BB43-B0BCDEC4B76D}"/>
    <dgm:cxn modelId="{91BCC49A-D679-E84D-90D2-37740329C99F}" srcId="{E0A6E4B7-29D4-964B-AEAC-46B5BA2558AA}" destId="{7C3B07FD-8C5D-944E-A2D4-C525279D8445}" srcOrd="4" destOrd="0" parTransId="{14F5094A-70B9-1848-9933-D2029F6C5352}" sibTransId="{5AF5734D-8F83-8843-9A8B-0C59C049B201}"/>
    <dgm:cxn modelId="{1C9B4DE5-1082-AC46-9EE5-559A9F661C62}" type="presOf" srcId="{2FECB97B-4D3E-A14D-9E45-AD8F41AB0A89}" destId="{BA388333-A287-B348-89B1-6A25C3D8363C}" srcOrd="0" destOrd="0" presId="urn:microsoft.com/office/officeart/2005/8/layout/radial6"/>
    <dgm:cxn modelId="{541874B1-0E68-7A46-BCFB-4B1CF6B23703}" type="presOf" srcId="{0CAB5455-CE81-8E4E-9954-56CB66A0A57A}" destId="{47FBB45A-8D7D-1D46-B075-A4B24EFB3BD6}" srcOrd="0" destOrd="0" presId="urn:microsoft.com/office/officeart/2005/8/layout/radial6"/>
    <dgm:cxn modelId="{3DBBE6F5-72EF-3848-92D9-6F4C53F7F07D}" type="presOf" srcId="{5AF5734D-8F83-8843-9A8B-0C59C049B201}" destId="{24B69FEE-0F5C-A24B-8275-20F8EDDF4476}" srcOrd="0" destOrd="0" presId="urn:microsoft.com/office/officeart/2005/8/layout/radial6"/>
    <dgm:cxn modelId="{3B6D6B85-7310-8C4B-B84B-FCBF0D9102DD}" type="presOf" srcId="{2B8BA1C6-F388-9740-90B0-C7759FDDECC3}" destId="{1A4A21D4-0EC3-724E-955D-A655933517AF}" srcOrd="0" destOrd="0" presId="urn:microsoft.com/office/officeart/2005/8/layout/radial6"/>
    <dgm:cxn modelId="{4FFB17B0-F0CC-E947-AE3A-5A2873D67C67}" srcId="{E0A6E4B7-29D4-964B-AEAC-46B5BA2558AA}" destId="{3C555365-97D1-B648-A199-8FD2CFDE7D0E}" srcOrd="7" destOrd="0" parTransId="{04D72926-1616-654D-B5CE-D48E31CA7F50}" sibTransId="{C06723D6-A7B9-204F-A464-DBBA1BD2629E}"/>
    <dgm:cxn modelId="{1354F8EC-E844-C14F-A181-F601E65B3910}" srcId="{E0A6E4B7-29D4-964B-AEAC-46B5BA2558AA}" destId="{0CAB5455-CE81-8E4E-9954-56CB66A0A57A}" srcOrd="8" destOrd="0" parTransId="{77FDD5B0-1822-5141-B070-8FA2D8F5FDA8}" sibTransId="{5C910D08-5D67-1E45-BB9E-E8302C42F313}"/>
    <dgm:cxn modelId="{35F653BB-B2F9-2245-8D6B-239EB5FA6266}" type="presOf" srcId="{C06723D6-A7B9-204F-A464-DBBA1BD2629E}" destId="{DA8D5C12-45D3-C346-ADFA-78B6A24A6B24}" srcOrd="0" destOrd="0" presId="urn:microsoft.com/office/officeart/2005/8/layout/radial6"/>
    <dgm:cxn modelId="{595A69FA-00F4-144B-8CAF-1A57F079E8C3}" type="presOf" srcId="{17960333-97F3-2244-BB43-B0BCDEC4B76D}" destId="{8A8681CB-B01C-534C-9DCA-82118528579F}" srcOrd="0" destOrd="0" presId="urn:microsoft.com/office/officeart/2005/8/layout/radial6"/>
    <dgm:cxn modelId="{8CE3BADB-9D38-964C-995B-6A80AB86DCDD}" type="presOf" srcId="{6685A80F-53E4-C74C-BC8D-BBE5D84B8206}" destId="{814006EB-D040-6C47-A996-FB8526F91589}" srcOrd="0" destOrd="0" presId="urn:microsoft.com/office/officeart/2005/8/layout/radial6"/>
    <dgm:cxn modelId="{C398F7F2-8AB7-7C4C-A447-B2B3AAB30B96}" type="presOf" srcId="{FE459D41-363B-7648-AD54-EE55C47FA051}" destId="{40AD5FA5-BE86-5342-AD3C-389F320F910C}" srcOrd="0" destOrd="0" presId="urn:microsoft.com/office/officeart/2005/8/layout/radial6"/>
    <dgm:cxn modelId="{A9B69BA0-53BD-1044-A88F-5AA610B1EA2A}" type="presOf" srcId="{11275513-50C6-8A45-8C2A-967BB4E5BCD2}" destId="{B759DEEA-9E7F-5B44-AC53-A9A08FC0C1DA}" srcOrd="0" destOrd="0" presId="urn:microsoft.com/office/officeart/2005/8/layout/radial6"/>
    <dgm:cxn modelId="{00E31A6F-2248-F74D-A106-7F438DF9182D}" type="presOf" srcId="{7C3B07FD-8C5D-944E-A2D4-C525279D8445}" destId="{46487AC8-A755-A64D-A525-DA7DDB1D045D}" srcOrd="0" destOrd="0" presId="urn:microsoft.com/office/officeart/2005/8/layout/radial6"/>
    <dgm:cxn modelId="{9F1613FF-267D-E846-B764-23A314DCB146}" type="presOf" srcId="{23BEDD0C-4624-EA43-8971-CBE191AC129C}" destId="{4ECC5D3F-339A-3D4E-9C2E-2D1CCBD618DD}" srcOrd="0" destOrd="0" presId="urn:microsoft.com/office/officeart/2005/8/layout/radial6"/>
    <dgm:cxn modelId="{4F14F85F-5AB9-BE4E-BC37-55CB9A1E8922}" type="presOf" srcId="{A3B64B24-0003-8643-95EC-D7EB9F796D4F}" destId="{B8466981-35CF-F542-8301-CB2F5675DA33}" srcOrd="0" destOrd="0" presId="urn:microsoft.com/office/officeart/2005/8/layout/radial6"/>
    <dgm:cxn modelId="{8B73BCBD-7B36-3249-B240-4D96E9670603}" type="presOf" srcId="{BC468D5F-3830-6049-A4FA-972C004D103F}" destId="{B5DDDB97-7E0C-394B-B568-9F7DF1A6B326}" srcOrd="0" destOrd="0" presId="urn:microsoft.com/office/officeart/2005/8/layout/radial6"/>
    <dgm:cxn modelId="{75F3F109-69F2-E543-B525-21664184E89F}" srcId="{E0A6E4B7-29D4-964B-AEAC-46B5BA2558AA}" destId="{BFA14707-C7A6-FD43-86F8-F4BF008F1D8B}" srcOrd="2" destOrd="0" parTransId="{909F035C-B707-0C4D-9A9B-E622834488D9}" sibTransId="{7AC0DB7D-3631-194B-89DE-CA53BD4627F5}"/>
    <dgm:cxn modelId="{0CD2AAA4-7F31-4D45-A482-EE17F1EC973D}" type="presOf" srcId="{675A666F-D640-304A-BED7-981D28E16111}" destId="{40176029-FA68-C743-9972-A299FBEFE23D}" srcOrd="0" destOrd="0" presId="urn:microsoft.com/office/officeart/2005/8/layout/radial6"/>
    <dgm:cxn modelId="{3BBBCE07-1CE0-DA45-BC55-F206174083C9}" srcId="{E0A6E4B7-29D4-964B-AEAC-46B5BA2558AA}" destId="{2B8BA1C6-F388-9740-90B0-C7759FDDECC3}" srcOrd="0" destOrd="0" parTransId="{6F2B8551-AE6B-8844-84F6-106332EBE16E}" sibTransId="{358847AB-5E6C-8B4D-9134-56EE90AC47ED}"/>
    <dgm:cxn modelId="{04818415-8AD8-144C-B4A3-64A44F6C9899}" srcId="{E0A6E4B7-29D4-964B-AEAC-46B5BA2558AA}" destId="{6685A80F-53E4-C74C-BC8D-BBE5D84B8206}" srcOrd="3" destOrd="0" parTransId="{2B22D2E9-55DB-154E-BCCA-E85E0335D15D}" sibTransId="{A3B64B24-0003-8643-95EC-D7EB9F796D4F}"/>
    <dgm:cxn modelId="{E9EE107F-2AF4-FB47-BB4A-C967F178C00A}" type="presParOf" srcId="{B759DEEA-9E7F-5B44-AC53-A9A08FC0C1DA}" destId="{68544F47-0DB4-A84F-B0EE-9C65070BE628}" srcOrd="0" destOrd="0" presId="urn:microsoft.com/office/officeart/2005/8/layout/radial6"/>
    <dgm:cxn modelId="{05692DF0-12D4-8A43-9E18-FA0B456FF9F9}" type="presParOf" srcId="{B759DEEA-9E7F-5B44-AC53-A9A08FC0C1DA}" destId="{1A4A21D4-0EC3-724E-955D-A655933517AF}" srcOrd="1" destOrd="0" presId="urn:microsoft.com/office/officeart/2005/8/layout/radial6"/>
    <dgm:cxn modelId="{B6955AC7-525B-6748-9B32-BE143A571702}" type="presParOf" srcId="{B759DEEA-9E7F-5B44-AC53-A9A08FC0C1DA}" destId="{66B30CCF-0BC4-3D44-9978-8E4A90EE0F35}" srcOrd="2" destOrd="0" presId="urn:microsoft.com/office/officeart/2005/8/layout/radial6"/>
    <dgm:cxn modelId="{ADBB5AD3-F5C1-3A40-9D6F-8C4841584A20}" type="presParOf" srcId="{B759DEEA-9E7F-5B44-AC53-A9A08FC0C1DA}" destId="{229F35A1-175F-E343-B6EC-C566DB4ADFB5}" srcOrd="3" destOrd="0" presId="urn:microsoft.com/office/officeart/2005/8/layout/radial6"/>
    <dgm:cxn modelId="{C0EED6EC-7FD0-7A48-AA9E-C4AA0FF40AD9}" type="presParOf" srcId="{B759DEEA-9E7F-5B44-AC53-A9A08FC0C1DA}" destId="{BA388333-A287-B348-89B1-6A25C3D8363C}" srcOrd="4" destOrd="0" presId="urn:microsoft.com/office/officeart/2005/8/layout/radial6"/>
    <dgm:cxn modelId="{D944DA7E-D9AC-864B-88D9-1592FC62C3E0}" type="presParOf" srcId="{B759DEEA-9E7F-5B44-AC53-A9A08FC0C1DA}" destId="{11149329-F4EC-1A44-B923-4BC415387D6A}" srcOrd="5" destOrd="0" presId="urn:microsoft.com/office/officeart/2005/8/layout/radial6"/>
    <dgm:cxn modelId="{131350B6-DD1C-6B44-9516-D68DA771329F}" type="presParOf" srcId="{B759DEEA-9E7F-5B44-AC53-A9A08FC0C1DA}" destId="{8A8681CB-B01C-534C-9DCA-82118528579F}" srcOrd="6" destOrd="0" presId="urn:microsoft.com/office/officeart/2005/8/layout/radial6"/>
    <dgm:cxn modelId="{2669B057-5FA3-0F46-A5A4-005A8AD85FAB}" type="presParOf" srcId="{B759DEEA-9E7F-5B44-AC53-A9A08FC0C1DA}" destId="{3CBEB608-8260-F945-87B2-3F4C49573396}" srcOrd="7" destOrd="0" presId="urn:microsoft.com/office/officeart/2005/8/layout/radial6"/>
    <dgm:cxn modelId="{827D03A6-7A67-8F45-A851-C5B3005D86F2}" type="presParOf" srcId="{B759DEEA-9E7F-5B44-AC53-A9A08FC0C1DA}" destId="{E21347EF-7656-FE4C-B1A4-8E5CF72C647F}" srcOrd="8" destOrd="0" presId="urn:microsoft.com/office/officeart/2005/8/layout/radial6"/>
    <dgm:cxn modelId="{62615A84-C833-114B-B000-75D080940E52}" type="presParOf" srcId="{B759DEEA-9E7F-5B44-AC53-A9A08FC0C1DA}" destId="{1CF1799A-EE34-BA4A-8681-4B2FCE954D1E}" srcOrd="9" destOrd="0" presId="urn:microsoft.com/office/officeart/2005/8/layout/radial6"/>
    <dgm:cxn modelId="{1FA9ED75-FB56-5C4E-A415-6556D419FAC8}" type="presParOf" srcId="{B759DEEA-9E7F-5B44-AC53-A9A08FC0C1DA}" destId="{814006EB-D040-6C47-A996-FB8526F91589}" srcOrd="10" destOrd="0" presId="urn:microsoft.com/office/officeart/2005/8/layout/radial6"/>
    <dgm:cxn modelId="{B099FD28-32BD-DB4F-B6FE-F571C7CFD7ED}" type="presParOf" srcId="{B759DEEA-9E7F-5B44-AC53-A9A08FC0C1DA}" destId="{EAB77315-3DEC-5949-BCE3-034503B3A912}" srcOrd="11" destOrd="0" presId="urn:microsoft.com/office/officeart/2005/8/layout/radial6"/>
    <dgm:cxn modelId="{32D37696-76BE-1A47-9E7B-92F36A0FC577}" type="presParOf" srcId="{B759DEEA-9E7F-5B44-AC53-A9A08FC0C1DA}" destId="{B8466981-35CF-F542-8301-CB2F5675DA33}" srcOrd="12" destOrd="0" presId="urn:microsoft.com/office/officeart/2005/8/layout/radial6"/>
    <dgm:cxn modelId="{8ACCDF5C-B130-D942-BA05-9B6203D191E3}" type="presParOf" srcId="{B759DEEA-9E7F-5B44-AC53-A9A08FC0C1DA}" destId="{46487AC8-A755-A64D-A525-DA7DDB1D045D}" srcOrd="13" destOrd="0" presId="urn:microsoft.com/office/officeart/2005/8/layout/radial6"/>
    <dgm:cxn modelId="{37D0D39C-8027-934B-A1CD-31950B6A2161}" type="presParOf" srcId="{B759DEEA-9E7F-5B44-AC53-A9A08FC0C1DA}" destId="{DC32414D-D5EB-384F-9102-176F5479FE5C}" srcOrd="14" destOrd="0" presId="urn:microsoft.com/office/officeart/2005/8/layout/radial6"/>
    <dgm:cxn modelId="{0AAEBC32-09AA-2A4E-91B3-6FD12EE02B84}" type="presParOf" srcId="{B759DEEA-9E7F-5B44-AC53-A9A08FC0C1DA}" destId="{24B69FEE-0F5C-A24B-8275-20F8EDDF4476}" srcOrd="15" destOrd="0" presId="urn:microsoft.com/office/officeart/2005/8/layout/radial6"/>
    <dgm:cxn modelId="{C7D97243-514A-DE46-B53A-E6D12201FD11}" type="presParOf" srcId="{B759DEEA-9E7F-5B44-AC53-A9A08FC0C1DA}" destId="{40176029-FA68-C743-9972-A299FBEFE23D}" srcOrd="16" destOrd="0" presId="urn:microsoft.com/office/officeart/2005/8/layout/radial6"/>
    <dgm:cxn modelId="{D175D993-D6D9-7D4F-B17F-6EBC200DB61D}" type="presParOf" srcId="{B759DEEA-9E7F-5B44-AC53-A9A08FC0C1DA}" destId="{54BE1E76-AEAD-E34E-BA3B-6A5D01048DA4}" srcOrd="17" destOrd="0" presId="urn:microsoft.com/office/officeart/2005/8/layout/radial6"/>
    <dgm:cxn modelId="{ECFA9714-1D00-3D4C-A4DF-AE5E8AF529F4}" type="presParOf" srcId="{B759DEEA-9E7F-5B44-AC53-A9A08FC0C1DA}" destId="{4ECC5D3F-339A-3D4E-9C2E-2D1CCBD618DD}" srcOrd="18" destOrd="0" presId="urn:microsoft.com/office/officeart/2005/8/layout/radial6"/>
    <dgm:cxn modelId="{0F0FF576-B3B2-3146-8BB3-CD3A824570DB}" type="presParOf" srcId="{B759DEEA-9E7F-5B44-AC53-A9A08FC0C1DA}" destId="{B5DDDB97-7E0C-394B-B568-9F7DF1A6B326}" srcOrd="19" destOrd="0" presId="urn:microsoft.com/office/officeart/2005/8/layout/radial6"/>
    <dgm:cxn modelId="{C0600087-DE67-1941-9D86-79CDB8AB48D8}" type="presParOf" srcId="{B759DEEA-9E7F-5B44-AC53-A9A08FC0C1DA}" destId="{00A8A643-DAF4-CE4E-8997-534A06BEF0A9}" srcOrd="20" destOrd="0" presId="urn:microsoft.com/office/officeart/2005/8/layout/radial6"/>
    <dgm:cxn modelId="{BFC096F4-DED0-4841-BAE8-2081DE0A3562}" type="presParOf" srcId="{B759DEEA-9E7F-5B44-AC53-A9A08FC0C1DA}" destId="{40AD5FA5-BE86-5342-AD3C-389F320F910C}" srcOrd="21" destOrd="0" presId="urn:microsoft.com/office/officeart/2005/8/layout/radial6"/>
    <dgm:cxn modelId="{D5C92792-3EC8-6645-8310-F851414FB64B}" type="presParOf" srcId="{B759DEEA-9E7F-5B44-AC53-A9A08FC0C1DA}" destId="{855CE0C4-B8F9-A64F-B2C7-32976D7498AF}" srcOrd="22" destOrd="0" presId="urn:microsoft.com/office/officeart/2005/8/layout/radial6"/>
    <dgm:cxn modelId="{010A3C8A-E04C-FF44-AFEC-0E3ED8B8CE83}" type="presParOf" srcId="{B759DEEA-9E7F-5B44-AC53-A9A08FC0C1DA}" destId="{1C3B0743-A57D-AC4D-9D39-50591D6BB9B3}" srcOrd="23" destOrd="0" presId="urn:microsoft.com/office/officeart/2005/8/layout/radial6"/>
    <dgm:cxn modelId="{65F3D036-0CCB-E440-BEB2-EA3E4918972D}" type="presParOf" srcId="{B759DEEA-9E7F-5B44-AC53-A9A08FC0C1DA}" destId="{DA8D5C12-45D3-C346-ADFA-78B6A24A6B24}" srcOrd="24" destOrd="0" presId="urn:microsoft.com/office/officeart/2005/8/layout/radial6"/>
    <dgm:cxn modelId="{7F09F09D-BD8C-BF4B-A98F-F381F4B8A6DA}" type="presParOf" srcId="{B759DEEA-9E7F-5B44-AC53-A9A08FC0C1DA}" destId="{47FBB45A-8D7D-1D46-B075-A4B24EFB3BD6}" srcOrd="25" destOrd="0" presId="urn:microsoft.com/office/officeart/2005/8/layout/radial6"/>
    <dgm:cxn modelId="{C7EA79CA-5359-D14F-97B9-5DBA71A5CBFB}" type="presParOf" srcId="{B759DEEA-9E7F-5B44-AC53-A9A08FC0C1DA}" destId="{12763625-219E-8E41-94C8-F8B891F8FA0E}" srcOrd="26" destOrd="0" presId="urn:microsoft.com/office/officeart/2005/8/layout/radial6"/>
    <dgm:cxn modelId="{57CF6BCE-668B-AD48-B744-055F9A5B923A}" type="presParOf" srcId="{B759DEEA-9E7F-5B44-AC53-A9A08FC0C1DA}" destId="{0CA3C4A1-209B-454F-98D9-120DB8EF6D5B}" srcOrd="27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52B10-9073-3246-B4D8-3BB174E9A0F6}">
      <dsp:nvSpPr>
        <dsp:cNvPr id="0" name=""/>
        <dsp:cNvSpPr/>
      </dsp:nvSpPr>
      <dsp:spPr>
        <a:xfrm>
          <a:off x="-4594335" y="-704407"/>
          <a:ext cx="5472816" cy="5472816"/>
        </a:xfrm>
        <a:prstGeom prst="blockArc">
          <a:avLst>
            <a:gd name="adj1" fmla="val 18900000"/>
            <a:gd name="adj2" fmla="val 2700000"/>
            <a:gd name="adj3" fmla="val 395"/>
          </a:avLst>
        </a:pr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654BD4-7604-3E4A-9B6E-35258AEFA132}">
      <dsp:nvSpPr>
        <dsp:cNvPr id="0" name=""/>
        <dsp:cNvSpPr/>
      </dsp:nvSpPr>
      <dsp:spPr>
        <a:xfrm>
          <a:off x="460128" y="312440"/>
          <a:ext cx="5580684" cy="625205"/>
        </a:xfrm>
        <a:prstGeom prst="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6257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RTOS ability to schedule tasks on the basis of external events, which are signaled to the computer by interrupts</a:t>
          </a:r>
          <a:endParaRPr lang="en-US" sz="1200" kern="1200" dirty="0"/>
        </a:p>
      </dsp:txBody>
      <dsp:txXfrm>
        <a:off x="460128" y="312440"/>
        <a:ext cx="5580684" cy="625205"/>
      </dsp:txXfrm>
    </dsp:sp>
    <dsp:sp modelId="{F28A1AF7-2E40-F54D-B113-5C5A58A0CAE3}">
      <dsp:nvSpPr>
        <dsp:cNvPr id="0" name=""/>
        <dsp:cNvSpPr/>
      </dsp:nvSpPr>
      <dsp:spPr>
        <a:xfrm>
          <a:off x="69375" y="234289"/>
          <a:ext cx="781507" cy="7815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C49B66-F105-184C-A003-74AA6378391A}">
      <dsp:nvSpPr>
        <dsp:cNvPr id="0" name=""/>
        <dsp:cNvSpPr/>
      </dsp:nvSpPr>
      <dsp:spPr>
        <a:xfrm>
          <a:off x="818573" y="1250411"/>
          <a:ext cx="5222240" cy="625205"/>
        </a:xfrm>
        <a:prstGeom prst="rect">
          <a:avLst/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6257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RTOS is that their command interpreters are usually rather simple and they do not include many utility programs</a:t>
          </a:r>
          <a:endParaRPr lang="en-US" sz="1200" kern="1200" dirty="0"/>
        </a:p>
      </dsp:txBody>
      <dsp:txXfrm>
        <a:off x="818573" y="1250411"/>
        <a:ext cx="5222240" cy="625205"/>
      </dsp:txXfrm>
    </dsp:sp>
    <dsp:sp modelId="{1AE8F499-C620-914A-B783-36D536B919B9}">
      <dsp:nvSpPr>
        <dsp:cNvPr id="0" name=""/>
        <dsp:cNvSpPr/>
      </dsp:nvSpPr>
      <dsp:spPr>
        <a:xfrm>
          <a:off x="427819" y="1172260"/>
          <a:ext cx="781507" cy="7815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03A25-BB27-7047-98EF-C2260AAC2DBA}">
      <dsp:nvSpPr>
        <dsp:cNvPr id="0" name=""/>
        <dsp:cNvSpPr/>
      </dsp:nvSpPr>
      <dsp:spPr>
        <a:xfrm>
          <a:off x="818573" y="2188382"/>
          <a:ext cx="5222240" cy="625205"/>
        </a:xfrm>
        <a:prstGeom prst="rect">
          <a:avLst/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6257" tIns="30480" rIns="30480" bIns="3048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RTOS Deterministic timing behavior in RTOS using mathematical formulas used to provide the service time must strictly algebraic &amp; not include random timing components to avoid delay &amp; miss deadlines.</a:t>
          </a:r>
          <a:endParaRPr lang="en-US" sz="1200" kern="1200" dirty="0"/>
        </a:p>
      </dsp:txBody>
      <dsp:txXfrm>
        <a:off x="818573" y="2188382"/>
        <a:ext cx="5222240" cy="625205"/>
      </dsp:txXfrm>
    </dsp:sp>
    <dsp:sp modelId="{EB1883E2-244D-FC44-B210-F7AA54CC513A}">
      <dsp:nvSpPr>
        <dsp:cNvPr id="0" name=""/>
        <dsp:cNvSpPr/>
      </dsp:nvSpPr>
      <dsp:spPr>
        <a:xfrm>
          <a:off x="427819" y="2110232"/>
          <a:ext cx="781507" cy="7815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601A86-FA64-4240-9B99-F5F3F26B3A82}">
      <dsp:nvSpPr>
        <dsp:cNvPr id="0" name=""/>
        <dsp:cNvSpPr/>
      </dsp:nvSpPr>
      <dsp:spPr>
        <a:xfrm>
          <a:off x="460128" y="3126353"/>
          <a:ext cx="5580684" cy="625205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6257" tIns="30480" rIns="30480" bIns="3048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The goal of RTOS is usually to serve the system it controls rather than human users </a:t>
          </a:r>
          <a:endParaRPr lang="en-US" sz="1200" kern="1200" dirty="0"/>
        </a:p>
      </dsp:txBody>
      <dsp:txXfrm>
        <a:off x="460128" y="3126353"/>
        <a:ext cx="5580684" cy="625205"/>
      </dsp:txXfrm>
    </dsp:sp>
    <dsp:sp modelId="{4505B208-00C3-1449-87D3-357375D97BCF}">
      <dsp:nvSpPr>
        <dsp:cNvPr id="0" name=""/>
        <dsp:cNvSpPr/>
      </dsp:nvSpPr>
      <dsp:spPr>
        <a:xfrm>
          <a:off x="69375" y="3048203"/>
          <a:ext cx="781507" cy="7815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A3C4A1-209B-454F-98D9-120DB8EF6D5B}">
      <dsp:nvSpPr>
        <dsp:cNvPr id="0" name=""/>
        <dsp:cNvSpPr/>
      </dsp:nvSpPr>
      <dsp:spPr>
        <a:xfrm>
          <a:off x="1345256" y="421339"/>
          <a:ext cx="4261272" cy="4261272"/>
        </a:xfrm>
        <a:prstGeom prst="blockArc">
          <a:avLst>
            <a:gd name="adj1" fmla="val 13800000"/>
            <a:gd name="adj2" fmla="val 16200000"/>
            <a:gd name="adj3" fmla="val 305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8D5C12-45D3-C346-ADFA-78B6A24A6B24}">
      <dsp:nvSpPr>
        <dsp:cNvPr id="0" name=""/>
        <dsp:cNvSpPr/>
      </dsp:nvSpPr>
      <dsp:spPr>
        <a:xfrm>
          <a:off x="1345256" y="421339"/>
          <a:ext cx="4261272" cy="4261272"/>
        </a:xfrm>
        <a:prstGeom prst="blockArc">
          <a:avLst>
            <a:gd name="adj1" fmla="val 11400000"/>
            <a:gd name="adj2" fmla="val 13800000"/>
            <a:gd name="adj3" fmla="val 305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AD5FA5-BE86-5342-AD3C-389F320F910C}">
      <dsp:nvSpPr>
        <dsp:cNvPr id="0" name=""/>
        <dsp:cNvSpPr/>
      </dsp:nvSpPr>
      <dsp:spPr>
        <a:xfrm>
          <a:off x="1345256" y="421339"/>
          <a:ext cx="4261272" cy="4261272"/>
        </a:xfrm>
        <a:prstGeom prst="blockArc">
          <a:avLst>
            <a:gd name="adj1" fmla="val 9000000"/>
            <a:gd name="adj2" fmla="val 11400000"/>
            <a:gd name="adj3" fmla="val 305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CC5D3F-339A-3D4E-9C2E-2D1CCBD618DD}">
      <dsp:nvSpPr>
        <dsp:cNvPr id="0" name=""/>
        <dsp:cNvSpPr/>
      </dsp:nvSpPr>
      <dsp:spPr>
        <a:xfrm>
          <a:off x="1345256" y="421339"/>
          <a:ext cx="4261272" cy="4261272"/>
        </a:xfrm>
        <a:prstGeom prst="blockArc">
          <a:avLst>
            <a:gd name="adj1" fmla="val 6600000"/>
            <a:gd name="adj2" fmla="val 9000000"/>
            <a:gd name="adj3" fmla="val 305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B69FEE-0F5C-A24B-8275-20F8EDDF4476}">
      <dsp:nvSpPr>
        <dsp:cNvPr id="0" name=""/>
        <dsp:cNvSpPr/>
      </dsp:nvSpPr>
      <dsp:spPr>
        <a:xfrm>
          <a:off x="1345256" y="421339"/>
          <a:ext cx="4261272" cy="4261272"/>
        </a:xfrm>
        <a:prstGeom prst="blockArc">
          <a:avLst>
            <a:gd name="adj1" fmla="val 4200000"/>
            <a:gd name="adj2" fmla="val 6600000"/>
            <a:gd name="adj3" fmla="val 305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466981-35CF-F542-8301-CB2F5675DA33}">
      <dsp:nvSpPr>
        <dsp:cNvPr id="0" name=""/>
        <dsp:cNvSpPr/>
      </dsp:nvSpPr>
      <dsp:spPr>
        <a:xfrm>
          <a:off x="1345256" y="421339"/>
          <a:ext cx="4261272" cy="4261272"/>
        </a:xfrm>
        <a:prstGeom prst="blockArc">
          <a:avLst>
            <a:gd name="adj1" fmla="val 1800000"/>
            <a:gd name="adj2" fmla="val 4200000"/>
            <a:gd name="adj3" fmla="val 305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F1799A-EE34-BA4A-8681-4B2FCE954D1E}">
      <dsp:nvSpPr>
        <dsp:cNvPr id="0" name=""/>
        <dsp:cNvSpPr/>
      </dsp:nvSpPr>
      <dsp:spPr>
        <a:xfrm>
          <a:off x="1345256" y="421339"/>
          <a:ext cx="4261272" cy="4261272"/>
        </a:xfrm>
        <a:prstGeom prst="blockArc">
          <a:avLst>
            <a:gd name="adj1" fmla="val 21000000"/>
            <a:gd name="adj2" fmla="val 1800000"/>
            <a:gd name="adj3" fmla="val 305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8681CB-B01C-534C-9DCA-82118528579F}">
      <dsp:nvSpPr>
        <dsp:cNvPr id="0" name=""/>
        <dsp:cNvSpPr/>
      </dsp:nvSpPr>
      <dsp:spPr>
        <a:xfrm>
          <a:off x="1345256" y="421339"/>
          <a:ext cx="4261272" cy="4261272"/>
        </a:xfrm>
        <a:prstGeom prst="blockArc">
          <a:avLst>
            <a:gd name="adj1" fmla="val 18600000"/>
            <a:gd name="adj2" fmla="val 21000000"/>
            <a:gd name="adj3" fmla="val 305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9F35A1-175F-E343-B6EC-C566DB4ADFB5}">
      <dsp:nvSpPr>
        <dsp:cNvPr id="0" name=""/>
        <dsp:cNvSpPr/>
      </dsp:nvSpPr>
      <dsp:spPr>
        <a:xfrm>
          <a:off x="1345256" y="421339"/>
          <a:ext cx="4261272" cy="4261272"/>
        </a:xfrm>
        <a:prstGeom prst="blockArc">
          <a:avLst>
            <a:gd name="adj1" fmla="val 16200000"/>
            <a:gd name="adj2" fmla="val 18600000"/>
            <a:gd name="adj3" fmla="val 305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544F47-0DB4-A84F-B0EE-9C65070BE628}">
      <dsp:nvSpPr>
        <dsp:cNvPr id="0" name=""/>
        <dsp:cNvSpPr/>
      </dsp:nvSpPr>
      <dsp:spPr>
        <a:xfrm>
          <a:off x="2829254" y="1905337"/>
          <a:ext cx="1293276" cy="1293276"/>
        </a:xfrm>
        <a:prstGeom prst="ellipse">
          <a:avLst/>
        </a:prstGeom>
        <a:solidFill>
          <a:schemeClr val="accent4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Features</a:t>
          </a:r>
          <a:endParaRPr lang="en-US" sz="1900" kern="1200" dirty="0"/>
        </a:p>
      </dsp:txBody>
      <dsp:txXfrm>
        <a:off x="3018650" y="2094733"/>
        <a:ext cx="914484" cy="914484"/>
      </dsp:txXfrm>
    </dsp:sp>
    <dsp:sp modelId="{1A4A21D4-0EC3-724E-955D-A655933517AF}">
      <dsp:nvSpPr>
        <dsp:cNvPr id="0" name=""/>
        <dsp:cNvSpPr/>
      </dsp:nvSpPr>
      <dsp:spPr>
        <a:xfrm>
          <a:off x="3023245" y="1282"/>
          <a:ext cx="905293" cy="905293"/>
        </a:xfrm>
        <a:prstGeom prst="ellips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Portable</a:t>
          </a:r>
          <a:endParaRPr lang="en-US" sz="800" kern="1200" dirty="0"/>
        </a:p>
      </dsp:txBody>
      <dsp:txXfrm>
        <a:off x="3155822" y="133859"/>
        <a:ext cx="640139" cy="640139"/>
      </dsp:txXfrm>
    </dsp:sp>
    <dsp:sp modelId="{BA388333-A287-B348-89B1-6A25C3D8363C}">
      <dsp:nvSpPr>
        <dsp:cNvPr id="0" name=""/>
        <dsp:cNvSpPr/>
      </dsp:nvSpPr>
      <dsp:spPr>
        <a:xfrm>
          <a:off x="4371843" y="492132"/>
          <a:ext cx="905293" cy="905293"/>
        </a:xfrm>
        <a:prstGeom prst="ellips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err="1" smtClean="0"/>
            <a:t>ROMable</a:t>
          </a:r>
          <a:endParaRPr lang="en-US" sz="800" kern="1200" dirty="0"/>
        </a:p>
      </dsp:txBody>
      <dsp:txXfrm>
        <a:off x="4504420" y="624709"/>
        <a:ext cx="640139" cy="640139"/>
      </dsp:txXfrm>
    </dsp:sp>
    <dsp:sp modelId="{3CBEB608-8260-F945-87B2-3F4C49573396}">
      <dsp:nvSpPr>
        <dsp:cNvPr id="0" name=""/>
        <dsp:cNvSpPr/>
      </dsp:nvSpPr>
      <dsp:spPr>
        <a:xfrm>
          <a:off x="5089417" y="1735006"/>
          <a:ext cx="905293" cy="905293"/>
        </a:xfrm>
        <a:prstGeom prst="ellips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Source code</a:t>
          </a:r>
          <a:endParaRPr lang="en-US" sz="800" kern="1200" dirty="0"/>
        </a:p>
      </dsp:txBody>
      <dsp:txXfrm>
        <a:off x="5221994" y="1867583"/>
        <a:ext cx="640139" cy="640139"/>
      </dsp:txXfrm>
    </dsp:sp>
    <dsp:sp modelId="{814006EB-D040-6C47-A996-FB8526F91589}">
      <dsp:nvSpPr>
        <dsp:cNvPr id="0" name=""/>
        <dsp:cNvSpPr/>
      </dsp:nvSpPr>
      <dsp:spPr>
        <a:xfrm>
          <a:off x="4840206" y="3148351"/>
          <a:ext cx="905293" cy="905293"/>
        </a:xfrm>
        <a:prstGeom prst="ellips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Scalable</a:t>
          </a:r>
          <a:endParaRPr lang="en-US" sz="800" kern="1200" dirty="0"/>
        </a:p>
      </dsp:txBody>
      <dsp:txXfrm>
        <a:off x="4972783" y="3280928"/>
        <a:ext cx="640139" cy="640139"/>
      </dsp:txXfrm>
    </dsp:sp>
    <dsp:sp modelId="{46487AC8-A755-A64D-A525-DA7DDB1D045D}">
      <dsp:nvSpPr>
        <dsp:cNvPr id="0" name=""/>
        <dsp:cNvSpPr/>
      </dsp:nvSpPr>
      <dsp:spPr>
        <a:xfrm>
          <a:off x="3740819" y="4070846"/>
          <a:ext cx="905293" cy="905293"/>
        </a:xfrm>
        <a:prstGeom prst="ellips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Preemptive</a:t>
          </a:r>
          <a:r>
            <a:rPr lang="en-US" sz="800" kern="1200" baseline="0" dirty="0" smtClean="0"/>
            <a:t> multitasking</a:t>
          </a:r>
          <a:endParaRPr lang="en-US" sz="800" kern="1200" dirty="0"/>
        </a:p>
      </dsp:txBody>
      <dsp:txXfrm>
        <a:off x="3873396" y="4203423"/>
        <a:ext cx="640139" cy="640139"/>
      </dsp:txXfrm>
    </dsp:sp>
    <dsp:sp modelId="{40176029-FA68-C743-9972-A299FBEFE23D}">
      <dsp:nvSpPr>
        <dsp:cNvPr id="0" name=""/>
        <dsp:cNvSpPr/>
      </dsp:nvSpPr>
      <dsp:spPr>
        <a:xfrm>
          <a:off x="2305671" y="4070846"/>
          <a:ext cx="905293" cy="905293"/>
        </a:xfrm>
        <a:prstGeom prst="ellips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Deterministic</a:t>
          </a:r>
          <a:endParaRPr lang="en-US" sz="800" kern="1200" dirty="0"/>
        </a:p>
      </dsp:txBody>
      <dsp:txXfrm>
        <a:off x="2438248" y="4203423"/>
        <a:ext cx="640139" cy="640139"/>
      </dsp:txXfrm>
    </dsp:sp>
    <dsp:sp modelId="{B5DDDB97-7E0C-394B-B568-9F7DF1A6B326}">
      <dsp:nvSpPr>
        <dsp:cNvPr id="0" name=""/>
        <dsp:cNvSpPr/>
      </dsp:nvSpPr>
      <dsp:spPr>
        <a:xfrm>
          <a:off x="1206284" y="3148351"/>
          <a:ext cx="905293" cy="905293"/>
        </a:xfrm>
        <a:prstGeom prst="ellips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Task stacks</a:t>
          </a:r>
          <a:endParaRPr lang="en-US" sz="800" kern="1200" dirty="0"/>
        </a:p>
      </dsp:txBody>
      <dsp:txXfrm>
        <a:off x="1338861" y="3280928"/>
        <a:ext cx="640139" cy="640139"/>
      </dsp:txXfrm>
    </dsp:sp>
    <dsp:sp modelId="{855CE0C4-B8F9-A64F-B2C7-32976D7498AF}">
      <dsp:nvSpPr>
        <dsp:cNvPr id="0" name=""/>
        <dsp:cNvSpPr/>
      </dsp:nvSpPr>
      <dsp:spPr>
        <a:xfrm>
          <a:off x="957074" y="1735006"/>
          <a:ext cx="905293" cy="905293"/>
        </a:xfrm>
        <a:prstGeom prst="ellips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Interrupt management</a:t>
          </a:r>
          <a:endParaRPr lang="en-US" sz="800" kern="1200" dirty="0"/>
        </a:p>
      </dsp:txBody>
      <dsp:txXfrm>
        <a:off x="1089651" y="1867583"/>
        <a:ext cx="640139" cy="640139"/>
      </dsp:txXfrm>
    </dsp:sp>
    <dsp:sp modelId="{47FBB45A-8D7D-1D46-B075-A4B24EFB3BD6}">
      <dsp:nvSpPr>
        <dsp:cNvPr id="0" name=""/>
        <dsp:cNvSpPr/>
      </dsp:nvSpPr>
      <dsp:spPr>
        <a:xfrm>
          <a:off x="1674647" y="492132"/>
          <a:ext cx="905293" cy="905293"/>
        </a:xfrm>
        <a:prstGeom prst="ellips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Robust and reliable</a:t>
          </a:r>
          <a:endParaRPr lang="en-US" sz="800" kern="1200" dirty="0"/>
        </a:p>
      </dsp:txBody>
      <dsp:txXfrm>
        <a:off x="1807224" y="624709"/>
        <a:ext cx="640139" cy="640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4/19/16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17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4/19/16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0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4/19/16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01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4/19/16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0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4/19/16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2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4/19/16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3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4/19/16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7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4/19/16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39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4/19/16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9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4/19/16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3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34A4-D079-2E46-A144-794B2EF4B5A6}" type="datetimeFigureOut">
              <a:rPr lang="en-US" smtClean="0"/>
              <a:t>4/19/16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34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C34A4-D079-2E46-A144-794B2EF4B5A6}" type="datetimeFigureOut">
              <a:rPr lang="en-US" smtClean="0"/>
              <a:t>4/19/16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4383A-21B2-E247-8E7E-68359655D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7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4" Type="http://schemas.openxmlformats.org/officeDocument/2006/relationships/image" Target="../media/image4.tiff"/><Relationship Id="rId5" Type="http://schemas.openxmlformats.org/officeDocument/2006/relationships/image" Target="../media/image5.tif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tif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tif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638649"/>
            <a:ext cx="3513180" cy="174106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 Neue Light"/>
                <a:cs typeface="Helvetica Neue Light"/>
              </a:rPr>
              <a:t>Real-time </a:t>
            </a:r>
            <a:r>
              <a:rPr lang="en-US" dirty="0" smtClean="0">
                <a:latin typeface="Helvetica Neue Light"/>
                <a:cs typeface="Helvetica Neue Light"/>
              </a:rPr>
              <a:t>Operating System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(RTOS)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Week 10</a:t>
            </a:r>
            <a:endParaRPr lang="en-US" dirty="0">
              <a:latin typeface="Helvetica Neue Light"/>
              <a:cs typeface="Helvetica Neue Light"/>
            </a:endParaRPr>
          </a:p>
          <a:p>
            <a:pPr algn="ct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91612" y="5028603"/>
            <a:ext cx="4043230" cy="18293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Department of software engineering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Faculty of Computing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UTM</a:t>
            </a:r>
            <a:endParaRPr lang="en-US" dirty="0">
              <a:latin typeface="Helvetica Neue Light"/>
              <a:cs typeface="Helvetica Neue Ligh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180" y="-1"/>
            <a:ext cx="5630820" cy="502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364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Introduction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278" y="539298"/>
            <a:ext cx="2113079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WHAT is RTOS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RTOS vs Generic OS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RTOS structure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RTOS services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RTOS examples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err="1"/>
              <a:t>Micrium</a:t>
            </a:r>
            <a:r>
              <a:rPr lang="en-US" sz="1400" dirty="0"/>
              <a:t> </a:t>
            </a:r>
            <a:r>
              <a:rPr lang="en-US" sz="1400" dirty="0">
                <a:sym typeface="Symbol" charset="2"/>
              </a:rPr>
              <a:t></a:t>
            </a:r>
            <a:r>
              <a:rPr lang="en-US" sz="1400" dirty="0"/>
              <a:t>c/OS II 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Assessment</a:t>
            </a:r>
            <a:endParaRPr lang="en-US" sz="1400" dirty="0">
              <a:latin typeface="Helvetica Neue Light"/>
              <a:cs typeface="Helvetica Neue Ligh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1" y="2655036"/>
            <a:ext cx="2972778" cy="13656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855" y="715132"/>
            <a:ext cx="3457819" cy="13144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031" y="2864917"/>
            <a:ext cx="3052579" cy="21797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447" y="5044691"/>
            <a:ext cx="3669317" cy="117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2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821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WHAT is RTOS?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8408" y="12660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60485" y="967154"/>
            <a:ext cx="27256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Helvetica Neue Light" charset="0"/>
                <a:ea typeface="Helvetica Neue Light" charset="0"/>
                <a:cs typeface="Helvetica Neue Light" charset="0"/>
              </a:rPr>
              <a:t>“RTOS </a:t>
            </a:r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provides an "</a:t>
            </a:r>
            <a:r>
              <a:rPr lang="en-US" dirty="0">
                <a:solidFill>
                  <a:srgbClr val="00B0F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abstraction layer</a:t>
            </a:r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" that hides from </a:t>
            </a:r>
            <a:r>
              <a:rPr lang="en-US" dirty="0">
                <a:solidFill>
                  <a:srgbClr val="00B0F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application</a:t>
            </a:r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 software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hardware </a:t>
            </a:r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details of the processor (or set of processors) upon which the </a:t>
            </a:r>
            <a:r>
              <a:rPr lang="en-US" dirty="0" smtClean="0">
                <a:latin typeface="Helvetica Neue Light" charset="0"/>
                <a:ea typeface="Helvetica Neue Light" charset="0"/>
                <a:cs typeface="Helvetica Neue Light" charset="0"/>
              </a:rPr>
              <a:t>application will run”</a:t>
            </a:r>
            <a:endParaRPr 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31717" y="4564278"/>
            <a:ext cx="42554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576"/>
              </a:spcBef>
              <a:buClr>
                <a:srgbClr val="A50021"/>
              </a:buClr>
              <a:buSzPct val="75000"/>
            </a:pPr>
            <a:r>
              <a:rPr lang="en-US" dirty="0" smtClean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“In </a:t>
            </a:r>
            <a:r>
              <a:rPr lang="en-US" dirty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the development of real-time embedded systems, the use of a RTOS will </a:t>
            </a:r>
            <a:r>
              <a:rPr lang="en-US" dirty="0">
                <a:solidFill>
                  <a:srgbClr val="00B0F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increase</a:t>
            </a:r>
            <a:r>
              <a:rPr lang="en-US" dirty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 the software </a:t>
            </a:r>
            <a:r>
              <a:rPr lang="en-US" dirty="0">
                <a:solidFill>
                  <a:srgbClr val="00B0F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productivity</a:t>
            </a:r>
            <a:r>
              <a:rPr lang="en-US" dirty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 and </a:t>
            </a:r>
            <a:r>
              <a:rPr lang="en-US" dirty="0">
                <a:solidFill>
                  <a:srgbClr val="00B0F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improve</a:t>
            </a:r>
            <a:r>
              <a:rPr lang="en-US" dirty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 the </a:t>
            </a:r>
            <a:r>
              <a:rPr lang="en-US" dirty="0">
                <a:solidFill>
                  <a:srgbClr val="00B0F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performance</a:t>
            </a:r>
            <a:r>
              <a:rPr lang="en-US" dirty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 of the real-time </a:t>
            </a:r>
            <a:r>
              <a:rPr lang="en-US" dirty="0" smtClean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system”  </a:t>
            </a:r>
            <a:endParaRPr lang="en-US" dirty="0">
              <a:effectLst/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49714" y="813421"/>
            <a:ext cx="2652347" cy="93624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APPLICATION</a:t>
            </a:r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49714" y="3275478"/>
            <a:ext cx="2652347" cy="9362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HARDWARE</a:t>
            </a:r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14848" y="2258790"/>
            <a:ext cx="3722078" cy="5075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RTOS</a:t>
            </a:r>
            <a:endParaRPr lang="en-US" dirty="0">
              <a:latin typeface="Helvetica Neue Light"/>
              <a:cs typeface="Helvetica Neue Ligh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416062" y="1749668"/>
            <a:ext cx="0" cy="5091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124701" y="1749668"/>
            <a:ext cx="0" cy="5091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416062" y="2766356"/>
            <a:ext cx="0" cy="5091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145217" y="2766356"/>
            <a:ext cx="0" cy="5091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41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240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RTOS vs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G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eneric OS?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731529658"/>
              </p:ext>
            </p:extLst>
          </p:nvPr>
        </p:nvGraphicFramePr>
        <p:xfrm>
          <a:off x="284284" y="122994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438" y="2224943"/>
            <a:ext cx="3041759" cy="208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849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RTOS structure?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92" y="965702"/>
            <a:ext cx="7123892" cy="473171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207369" y="523074"/>
            <a:ext cx="293663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736" fontAlgn="base">
              <a:buClr>
                <a:srgbClr val="009900"/>
              </a:buClr>
              <a:buSzPts val="2000"/>
            </a:pPr>
            <a:r>
              <a:rPr 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KERNEL</a:t>
            </a:r>
          </a:p>
          <a:p>
            <a:pPr marL="173736" fontAlgn="base">
              <a:buClr>
                <a:srgbClr val="009900"/>
              </a:buClr>
              <a:buSzPts val="2000"/>
            </a:pPr>
            <a:r>
              <a:rPr lang="en-US" sz="1400" dirty="0" smtClean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Provide </a:t>
            </a:r>
            <a:r>
              <a:rPr lang="en-US" sz="1400" dirty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detailed facilities to the </a:t>
            </a:r>
            <a:r>
              <a:rPr lang="en-US" sz="1400" dirty="0" smtClean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executive and called </a:t>
            </a:r>
            <a:r>
              <a:rPr lang="en-US" sz="1400" dirty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by the executive: executive behaves as the </a:t>
            </a:r>
            <a:r>
              <a:rPr lang="en-US" sz="1400" dirty="0" smtClean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manager &amp; </a:t>
            </a:r>
            <a:r>
              <a:rPr lang="en-US" sz="1400" dirty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kernel as the executor.</a:t>
            </a:r>
            <a:endParaRPr lang="en-US" sz="1400" dirty="0">
              <a:effectLst/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838" y="5499656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buClr>
                <a:srgbClr val="009900"/>
              </a:buClr>
              <a:buSzPts val="2000"/>
            </a:pPr>
            <a:r>
              <a:rPr 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EXECUTIVE</a:t>
            </a:r>
          </a:p>
          <a:p>
            <a:pPr fontAlgn="base">
              <a:buClr>
                <a:srgbClr val="009900"/>
              </a:buClr>
              <a:buSzPts val="2000"/>
            </a:pPr>
            <a:r>
              <a:rPr lang="en-US" sz="1400" dirty="0" smtClean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The </a:t>
            </a:r>
            <a:r>
              <a:rPr lang="en-US" sz="1400" dirty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overall controller of all computer </a:t>
            </a:r>
            <a:r>
              <a:rPr lang="en-US" sz="1400" dirty="0" smtClean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programs</a:t>
            </a:r>
            <a:r>
              <a:rPr lang="en-US" sz="1400" dirty="0" smtClean="0">
                <a:latin typeface="Helvetica Neue Light" charset="0"/>
                <a:ea typeface="Helvetica Neue Light" charset="0"/>
                <a:cs typeface="Helvetica Neue Light" charset="0"/>
              </a:rPr>
              <a:t> and </a:t>
            </a:r>
            <a:r>
              <a:rPr lang="en-US" sz="1400" dirty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d</a:t>
            </a:r>
            <a:r>
              <a:rPr lang="en-US" sz="1400" dirty="0" smtClean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irectly </a:t>
            </a:r>
            <a:r>
              <a:rPr lang="en-US" sz="1400" dirty="0">
                <a:solidFill>
                  <a:srgbClr val="5B5249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controls all scheduling, mutual exclusion, data transfer and synchronization activities.</a:t>
            </a:r>
            <a:endParaRPr lang="en-US" sz="1400" dirty="0">
              <a:effectLst/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54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RTOS services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639" y="1130789"/>
            <a:ext cx="4775200" cy="4279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63824" y="823012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Handling OS schedule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6420970" y="2294259"/>
            <a:ext cx="2351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Handling OS mutual exclusion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6481747" y="3852474"/>
            <a:ext cx="1471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Handling OS RAM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334429" y="5410689"/>
            <a:ext cx="20256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Handling OS time-related</a:t>
            </a:r>
          </a:p>
          <a:p>
            <a:r>
              <a:rPr lang="en-US" sz="1400" dirty="0" smtClean="0"/>
              <a:t>Issues; delays, time-out,</a:t>
            </a:r>
          </a:p>
          <a:p>
            <a:r>
              <a:rPr lang="en-US" sz="1400" dirty="0" err="1" smtClean="0"/>
              <a:t>Deadline,etc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01524" y="3852474"/>
            <a:ext cx="1844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Handling OS event and</a:t>
            </a:r>
          </a:p>
          <a:p>
            <a:r>
              <a:rPr lang="en-US" sz="1400" dirty="0" err="1" smtClean="0"/>
              <a:t>interupt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74556" y="2276141"/>
            <a:ext cx="16986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Organizing hardware</a:t>
            </a:r>
          </a:p>
          <a:p>
            <a:r>
              <a:rPr lang="en-US" sz="1400" dirty="0" smtClean="0"/>
              <a:t>device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2769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RTOS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9468" y="1161795"/>
            <a:ext cx="47830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1400" dirty="0">
                <a:latin typeface="Helvetica Neue Light" charset="0"/>
                <a:ea typeface="Helvetica Neue Light" charset="0"/>
                <a:cs typeface="Helvetica Neue Light" charset="0"/>
              </a:rPr>
              <a:t>This set of services allows application software developers to design their software as a number of separate "chunks" or </a:t>
            </a:r>
            <a:r>
              <a:rPr lang="en-US" altLang="ja-JP" sz="1400" dirty="0">
                <a:latin typeface="Helvetica Neue Light" charset="0"/>
                <a:ea typeface="Helvetica Neue Light" charset="0"/>
                <a:cs typeface="Helvetica Neue Light" charset="0"/>
              </a:rPr>
              <a:t>“</a:t>
            </a:r>
            <a:r>
              <a:rPr lang="en-US" sz="1400" dirty="0" err="1">
                <a:latin typeface="Helvetica Neue Light" charset="0"/>
                <a:ea typeface="Helvetica Neue Light" charset="0"/>
                <a:cs typeface="Helvetica Neue Light" charset="0"/>
              </a:rPr>
              <a:t>task</a:t>
            </a:r>
            <a:r>
              <a:rPr lang="en-US" altLang="ja-JP" sz="1400" dirty="0" err="1">
                <a:latin typeface="Helvetica Neue Light" charset="0"/>
                <a:ea typeface="Helvetica Neue Light" charset="0"/>
                <a:cs typeface="Helvetica Neue Light" charset="0"/>
              </a:rPr>
              <a:t>”</a:t>
            </a:r>
            <a:r>
              <a:rPr lang="en-US" sz="1400" dirty="0" err="1">
                <a:latin typeface="Helvetica Neue Light" charset="0"/>
                <a:ea typeface="Helvetica Neue Light" charset="0"/>
                <a:cs typeface="Helvetica Neue Light" charset="0"/>
              </a:rPr>
              <a:t>of</a:t>
            </a:r>
            <a:r>
              <a:rPr lang="en-US" sz="1400" dirty="0">
                <a:latin typeface="Helvetica Neue Light" charset="0"/>
                <a:ea typeface="Helvetica Neue Light" charset="0"/>
                <a:cs typeface="Helvetica Neue Light" charset="0"/>
              </a:rPr>
              <a:t> software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400" dirty="0">
                <a:latin typeface="Helvetica Neue Light" charset="0"/>
                <a:ea typeface="Helvetica Neue Light" charset="0"/>
                <a:cs typeface="Helvetica Neue Light" charset="0"/>
              </a:rPr>
              <a:t>The main RTOS service in this category is the scheduling of tasks as the embedded system is in operation.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400" dirty="0">
                <a:latin typeface="Helvetica Neue Light" charset="0"/>
                <a:ea typeface="Helvetica Neue Light" charset="0"/>
                <a:cs typeface="Helvetica Neue Light" charset="0"/>
              </a:rPr>
              <a:t>Controls the execution of application software tasks, and can make them run in a very timely and responsive fashion. </a:t>
            </a:r>
          </a:p>
          <a:p>
            <a:endParaRPr lang="en-US" sz="14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2560" y="4250655"/>
            <a:ext cx="35081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1400" dirty="0">
                <a:latin typeface="Helvetica Neue Light" charset="0"/>
                <a:ea typeface="Helvetica Neue Light" charset="0"/>
                <a:cs typeface="Helvetica Neue Light" charset="0"/>
              </a:rPr>
              <a:t>It possible for tasks to pass information from one to another, without danger of that information ever being damaged. </a:t>
            </a:r>
            <a:endParaRPr lang="en-US" sz="1400" dirty="0" smtClean="0">
              <a:latin typeface="Helvetica Neue Light" charset="0"/>
              <a:ea typeface="Helvetica Neue Light" charset="0"/>
              <a:cs typeface="Helvetica Neue Light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1400" dirty="0">
                <a:latin typeface="Helvetica Neue Light" charset="0"/>
                <a:ea typeface="Helvetica Neue Light" charset="0"/>
                <a:cs typeface="Helvetica Neue Light" charset="0"/>
              </a:rPr>
              <a:t>They also make it possible for tasks to coordinate, so that they can productively cooperate with one another. </a:t>
            </a:r>
          </a:p>
          <a:p>
            <a:endParaRPr lang="en-US" sz="14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6930" y="2198320"/>
            <a:ext cx="33322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1400" dirty="0">
                <a:latin typeface="Helvetica Neue Light" charset="0"/>
                <a:ea typeface="Helvetica Neue Light" charset="0"/>
                <a:cs typeface="Helvetica Neue Light" charset="0"/>
              </a:rPr>
              <a:t>allows tasks to "borrow" chunks of RAM memory for temporary use in application software. The memory are then passed from task to task, as a means of quickly communicating large amounts of data between tasks.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400" dirty="0">
                <a:latin typeface="Helvetica Neue Light" charset="0"/>
                <a:ea typeface="Helvetica Neue Light" charset="0"/>
                <a:cs typeface="Helvetica Neue Light" charset="0"/>
              </a:rPr>
              <a:t>very small RTOS kernels that are intended for tightly memory-limited environments, do not offer this service.</a:t>
            </a:r>
          </a:p>
          <a:p>
            <a:endParaRPr lang="en-US" sz="14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9715" y="764954"/>
            <a:ext cx="2368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TASK MANAGEMENT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5531" y="3770790"/>
            <a:ext cx="3155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INTERTASK COMM. &amp; SYNC.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6930" y="1740208"/>
            <a:ext cx="367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DYNAMIC MEMORY ALLOCATION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12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2292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mC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/OS-II Architecture </a:t>
            </a:r>
            <a:endParaRPr lang="en-US" dirty="0">
              <a:solidFill>
                <a:schemeClr val="bg1">
                  <a:lumMod val="65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673" y="602163"/>
            <a:ext cx="7251700" cy="3530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1258" y="4796502"/>
            <a:ext cx="83614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charset="0"/>
              <a:buChar char="•"/>
            </a:pPr>
            <a:r>
              <a:rPr lang="en-US" sz="1200" dirty="0">
                <a:latin typeface="TimesNewRoman" charset="0"/>
              </a:rPr>
              <a:t>You must have a C compiler for the processor and the C compiler must be able to produce reentrant code. 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200" dirty="0">
                <a:latin typeface="TimesNewRoman" charset="0"/>
              </a:rPr>
              <a:t>You must be able to disable and enable interrupts from C. 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200" dirty="0">
                <a:latin typeface="TimesNewRoman" charset="0"/>
              </a:rPr>
              <a:t>The processor must support interrupts and you need to provide an interrupt that occurs at regular </a:t>
            </a:r>
          </a:p>
          <a:p>
            <a:r>
              <a:rPr lang="en-US" sz="1200" dirty="0" smtClean="0">
                <a:latin typeface="TimesNewRoman" charset="0"/>
              </a:rPr>
              <a:t>     intervals </a:t>
            </a:r>
            <a:r>
              <a:rPr lang="en-US" sz="1200" dirty="0">
                <a:latin typeface="TimesNewRoman" charset="0"/>
              </a:rPr>
              <a:t>(typically between 10 to 100 Hz). 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200" dirty="0">
                <a:latin typeface="TimesNewRoman" charset="0"/>
              </a:rPr>
              <a:t>The processor must support a hardware stack, and the processor must be able to store a fair amount of </a:t>
            </a:r>
            <a:r>
              <a:rPr lang="en-US" sz="1200" dirty="0" smtClean="0">
                <a:latin typeface="TimesNewRoman" charset="0"/>
              </a:rPr>
              <a:t>data </a:t>
            </a:r>
            <a:endParaRPr lang="en-US" sz="1200" dirty="0">
              <a:latin typeface="TimesNewRoman" charset="0"/>
            </a:endParaRPr>
          </a:p>
          <a:p>
            <a:r>
              <a:rPr lang="en-US" sz="1200" dirty="0" smtClean="0">
                <a:latin typeface="TimesNewRoman" charset="0"/>
              </a:rPr>
              <a:t>     on </a:t>
            </a:r>
            <a:r>
              <a:rPr lang="en-US" sz="1200" dirty="0">
                <a:latin typeface="TimesNewRoman" charset="0"/>
              </a:rPr>
              <a:t>the stack (possibly many Kbytes). 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200" dirty="0">
                <a:latin typeface="TimesNewRoman" charset="0"/>
              </a:rPr>
              <a:t>The processor must have instructions to load and store the stack pointer and other CPU registers either on </a:t>
            </a:r>
          </a:p>
          <a:p>
            <a:r>
              <a:rPr lang="en-US" sz="1200" dirty="0">
                <a:latin typeface="TimesNewRoman" charset="0"/>
              </a:rPr>
              <a:t> </a:t>
            </a:r>
            <a:r>
              <a:rPr lang="en-US" sz="1200" dirty="0" smtClean="0">
                <a:latin typeface="TimesNewRoman" charset="0"/>
              </a:rPr>
              <a:t>    the </a:t>
            </a:r>
            <a:r>
              <a:rPr lang="en-US" sz="1200" dirty="0">
                <a:latin typeface="TimesNewRoman" charset="0"/>
              </a:rPr>
              <a:t>stack or in memory. </a:t>
            </a:r>
            <a:endParaRPr lang="en-US" sz="1200" dirty="0">
              <a:effectLst/>
              <a:latin typeface="TimesNewRoman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1258" y="4364569"/>
            <a:ext cx="5019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PORT</a:t>
            </a:r>
            <a:r>
              <a:rPr lang="en-US" dirty="0" smtClean="0"/>
              <a:t> – adapting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mC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/OS-II to the specific processor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3115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mC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/OS-II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Architecture features </a:t>
            </a:r>
            <a:endParaRPr lang="en-US" dirty="0">
              <a:solidFill>
                <a:schemeClr val="bg1">
                  <a:lumMod val="65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757045869"/>
              </p:ext>
            </p:extLst>
          </p:nvPr>
        </p:nvGraphicFramePr>
        <p:xfrm>
          <a:off x="1198684" y="913422"/>
          <a:ext cx="6951785" cy="49774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76346" y="460868"/>
            <a:ext cx="1169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Can be ported to any device</a:t>
            </a:r>
          </a:p>
          <a:p>
            <a:r>
              <a:rPr lang="en-US" sz="1200" dirty="0" smtClean="0"/>
              <a:t>8,16,32,64 bit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7256584" y="2755802"/>
            <a:ext cx="1169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All are provided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6904893" y="4228850"/>
            <a:ext cx="1169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Can choose which service to use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735516" y="5597765"/>
            <a:ext cx="1169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Can handle </a:t>
            </a:r>
            <a:r>
              <a:rPr lang="en-US" sz="1200" dirty="0" err="1" smtClean="0"/>
              <a:t>interupt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3402623" y="5890845"/>
            <a:ext cx="1169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Execution timing is predictable</a:t>
            </a:r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087505" y="2890817"/>
            <a:ext cx="1169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Can handle up to 255 levels deep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2597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202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RTOS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comparison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47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485653" y="1384012"/>
            <a:ext cx="3505200" cy="3505200"/>
            <a:chOff x="2819400" y="1676400"/>
            <a:chExt cx="3505200" cy="3505200"/>
          </a:xfrm>
        </p:grpSpPr>
        <p:sp>
          <p:nvSpPr>
            <p:cNvPr id="8" name="Oval 7"/>
            <p:cNvSpPr/>
            <p:nvPr/>
          </p:nvSpPr>
          <p:spPr>
            <a:xfrm>
              <a:off x="2819400" y="1676400"/>
              <a:ext cx="3505200" cy="3505200"/>
            </a:xfrm>
            <a:prstGeom prst="ellipse">
              <a:avLst/>
            </a:prstGeom>
            <a:solidFill>
              <a:srgbClr val="CC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548674" y="3136612"/>
              <a:ext cx="194053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 smtClean="0">
                  <a:solidFill>
                    <a:schemeClr val="bg1"/>
                  </a:solidFill>
                </a:rPr>
                <a:t>Thank You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33" y="1275918"/>
            <a:ext cx="3903520" cy="313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80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6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Group exercise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51" y="809403"/>
            <a:ext cx="4191000" cy="5067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09403"/>
            <a:ext cx="4191000" cy="5130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0868"/>
            <a:ext cx="1276330" cy="90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8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</TotalTime>
  <Words>695</Words>
  <Application>Microsoft Macintosh PowerPoint</Application>
  <PresentationFormat>On-screen Show (4:3)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Helvetica Neue Light</vt:lpstr>
      <vt:lpstr>TimesNewRoman</vt:lpstr>
      <vt:lpstr>Arial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utm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adham isa</dc:creator>
  <cp:lastModifiedBy>mohd adham isa</cp:lastModifiedBy>
  <cp:revision>39</cp:revision>
  <dcterms:created xsi:type="dcterms:W3CDTF">2015-03-04T03:06:40Z</dcterms:created>
  <dcterms:modified xsi:type="dcterms:W3CDTF">2016-04-19T00:55:38Z</dcterms:modified>
</cp:coreProperties>
</file>